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8"/>
  </p:notesMasterIdLst>
  <p:handoutMasterIdLst>
    <p:handoutMasterId r:id="rId59"/>
  </p:handoutMasterIdLst>
  <p:sldIdLst>
    <p:sldId id="298" r:id="rId5"/>
    <p:sldId id="297" r:id="rId6"/>
    <p:sldId id="299" r:id="rId7"/>
    <p:sldId id="302" r:id="rId8"/>
    <p:sldId id="300" r:id="rId9"/>
    <p:sldId id="301" r:id="rId10"/>
    <p:sldId id="303" r:id="rId11"/>
    <p:sldId id="340" r:id="rId12"/>
    <p:sldId id="341" r:id="rId13"/>
    <p:sldId id="342" r:id="rId14"/>
    <p:sldId id="345" r:id="rId15"/>
    <p:sldId id="305" r:id="rId16"/>
    <p:sldId id="344" r:id="rId17"/>
    <p:sldId id="343" r:id="rId18"/>
    <p:sldId id="306" r:id="rId19"/>
    <p:sldId id="307" r:id="rId20"/>
    <p:sldId id="308" r:id="rId21"/>
    <p:sldId id="346" r:id="rId22"/>
    <p:sldId id="347" r:id="rId23"/>
    <p:sldId id="348" r:id="rId24"/>
    <p:sldId id="349" r:id="rId25"/>
    <p:sldId id="350" r:id="rId26"/>
    <p:sldId id="310" r:id="rId27"/>
    <p:sldId id="311" r:id="rId28"/>
    <p:sldId id="312" r:id="rId29"/>
    <p:sldId id="313" r:id="rId30"/>
    <p:sldId id="309" r:id="rId31"/>
    <p:sldId id="314" r:id="rId32"/>
    <p:sldId id="316" r:id="rId33"/>
    <p:sldId id="319" r:id="rId34"/>
    <p:sldId id="322" r:id="rId35"/>
    <p:sldId id="320" r:id="rId36"/>
    <p:sldId id="323" r:id="rId37"/>
    <p:sldId id="321" r:id="rId38"/>
    <p:sldId id="317" r:id="rId39"/>
    <p:sldId id="327" r:id="rId40"/>
    <p:sldId id="328" r:id="rId41"/>
    <p:sldId id="324" r:id="rId42"/>
    <p:sldId id="325" r:id="rId43"/>
    <p:sldId id="326" r:id="rId44"/>
    <p:sldId id="329" r:id="rId45"/>
    <p:sldId id="318" r:id="rId46"/>
    <p:sldId id="330" r:id="rId47"/>
    <p:sldId id="331" r:id="rId48"/>
    <p:sldId id="332" r:id="rId49"/>
    <p:sldId id="333" r:id="rId50"/>
    <p:sldId id="334" r:id="rId51"/>
    <p:sldId id="335" r:id="rId52"/>
    <p:sldId id="336" r:id="rId53"/>
    <p:sldId id="337" r:id="rId54"/>
    <p:sldId id="338" r:id="rId55"/>
    <p:sldId id="339" r:id="rId56"/>
    <p:sldId id="287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66"/>
    <a:srgbClr val="2C567A"/>
    <a:srgbClr val="0D1D51"/>
    <a:srgbClr val="007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073DFF-4939-43C7-A9A0-98C59769A49C}" v="65" dt="2026-04-03T10:09:38.495"/>
  </p1510:revLst>
</p1510:revInfo>
</file>

<file path=ppt/tableStyles.xml><?xml version="1.0" encoding="utf-8"?>
<a:tblStyleLst xmlns:a="http://schemas.openxmlformats.org/drawingml/2006/main" def="{0E3FDE45-AF77-4B5C-9715-49D594BDF05E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7887" autoAdjust="0"/>
  </p:normalViewPr>
  <p:slideViewPr>
    <p:cSldViewPr snapToGrid="0" showGuides="1">
      <p:cViewPr varScale="1">
        <p:scale>
          <a:sx n="84" d="100"/>
          <a:sy n="84" d="100"/>
        </p:scale>
        <p:origin x="61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1560" y="-14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4F63E4-BA20-4A74-A8B8-FD46530D3F2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5BF9D3D-57A4-46A5-90BE-797D3615F53F}">
      <dgm:prSet phldrT="[Text]" phldr="0" custT="1"/>
      <dgm:spPr>
        <a:solidFill>
          <a:schemeClr val="accent1"/>
        </a:solidFill>
        <a:ln>
          <a:solidFill>
            <a:schemeClr val="tx1"/>
          </a:solidFill>
        </a:ln>
      </dgm:spPr>
      <dgm:t>
        <a:bodyPr/>
        <a:lstStyle/>
        <a:p>
          <a:r>
            <a:rPr lang="en-IN" sz="2400" dirty="0"/>
            <a:t>Retrieved Docs</a:t>
          </a:r>
        </a:p>
      </dgm:t>
    </dgm:pt>
    <dgm:pt modelId="{3FB9494E-38C2-460F-A19C-076760C9012F}" type="parTrans" cxnId="{26FAB3FB-ED50-47EA-A9DF-AF4A110C934C}">
      <dgm:prSet/>
      <dgm:spPr/>
      <dgm:t>
        <a:bodyPr/>
        <a:lstStyle/>
        <a:p>
          <a:endParaRPr lang="en-IN"/>
        </a:p>
      </dgm:t>
    </dgm:pt>
    <dgm:pt modelId="{176974D5-0356-4CF1-AC9B-854E6D34F1B9}" type="sibTrans" cxnId="{26FAB3FB-ED50-47EA-A9DF-AF4A110C934C}">
      <dgm:prSet/>
      <dgm:spPr/>
      <dgm:t>
        <a:bodyPr/>
        <a:lstStyle/>
        <a:p>
          <a:endParaRPr lang="en-IN"/>
        </a:p>
      </dgm:t>
    </dgm:pt>
    <dgm:pt modelId="{8E3F69E0-3CB2-47BB-A542-684A7FBB8C60}">
      <dgm:prSet phldrT="[Text]" phldr="0"/>
      <dgm:spPr/>
      <dgm:t>
        <a:bodyPr/>
        <a:lstStyle/>
        <a:p>
          <a:r>
            <a:rPr lang="en-IN"/>
            <a:t>Relevant</a:t>
          </a:r>
          <a:endParaRPr lang="en-IN" dirty="0"/>
        </a:p>
      </dgm:t>
    </dgm:pt>
    <dgm:pt modelId="{772CFC14-40EE-4423-931A-998C29C069C8}" type="parTrans" cxnId="{A6CDE282-D78B-4DEB-9C75-B57224366E16}">
      <dgm:prSet/>
      <dgm:spPr/>
      <dgm:t>
        <a:bodyPr/>
        <a:lstStyle/>
        <a:p>
          <a:endParaRPr lang="en-IN"/>
        </a:p>
      </dgm:t>
    </dgm:pt>
    <dgm:pt modelId="{26A34353-E18B-434F-9E9C-E358DFD91BFB}" type="sibTrans" cxnId="{A6CDE282-D78B-4DEB-9C75-B57224366E16}">
      <dgm:prSet/>
      <dgm:spPr/>
      <dgm:t>
        <a:bodyPr/>
        <a:lstStyle/>
        <a:p>
          <a:endParaRPr lang="en-IN"/>
        </a:p>
      </dgm:t>
    </dgm:pt>
    <dgm:pt modelId="{6743142F-F176-4E50-9064-94DFC0BE08A2}">
      <dgm:prSet phldrT="[Text]" phldr="0"/>
      <dgm:spPr/>
      <dgm:t>
        <a:bodyPr/>
        <a:lstStyle/>
        <a:p>
          <a:r>
            <a:rPr lang="en-IN" dirty="0"/>
            <a:t>Non Relevant</a:t>
          </a:r>
        </a:p>
      </dgm:t>
    </dgm:pt>
    <dgm:pt modelId="{31A4CDF7-4517-4C23-A7C7-9C64C724623F}" type="parTrans" cxnId="{66404823-0D4F-4592-AB57-7650017A41A3}">
      <dgm:prSet/>
      <dgm:spPr/>
      <dgm:t>
        <a:bodyPr/>
        <a:lstStyle/>
        <a:p>
          <a:endParaRPr lang="en-IN"/>
        </a:p>
      </dgm:t>
    </dgm:pt>
    <dgm:pt modelId="{B601EE51-B7FF-40F6-8121-36FFB988409B}" type="sibTrans" cxnId="{66404823-0D4F-4592-AB57-7650017A41A3}">
      <dgm:prSet/>
      <dgm:spPr/>
      <dgm:t>
        <a:bodyPr/>
        <a:lstStyle/>
        <a:p>
          <a:endParaRPr lang="en-IN"/>
        </a:p>
      </dgm:t>
    </dgm:pt>
    <dgm:pt modelId="{0F5B3F04-99F6-4A31-B11F-FC4355DB3966}">
      <dgm:prSet phldrT="[Text]" phldr="0"/>
      <dgm:spPr/>
      <dgm:t>
        <a:bodyPr/>
        <a:lstStyle/>
        <a:p>
          <a:r>
            <a:rPr lang="en-IN"/>
            <a:t>Ambiguous</a:t>
          </a:r>
          <a:endParaRPr lang="en-IN" dirty="0"/>
        </a:p>
      </dgm:t>
    </dgm:pt>
    <dgm:pt modelId="{0DEAB536-4BB5-48DE-BA05-813445149A42}" type="parTrans" cxnId="{370621CE-C7B7-48DB-9054-F9B26C24D528}">
      <dgm:prSet/>
      <dgm:spPr/>
      <dgm:t>
        <a:bodyPr/>
        <a:lstStyle/>
        <a:p>
          <a:endParaRPr lang="en-IN"/>
        </a:p>
      </dgm:t>
    </dgm:pt>
    <dgm:pt modelId="{0BDA6592-168C-41AF-858A-BDF2C6FABDF6}" type="sibTrans" cxnId="{370621CE-C7B7-48DB-9054-F9B26C24D528}">
      <dgm:prSet/>
      <dgm:spPr/>
      <dgm:t>
        <a:bodyPr/>
        <a:lstStyle/>
        <a:p>
          <a:endParaRPr lang="en-IN"/>
        </a:p>
      </dgm:t>
    </dgm:pt>
    <dgm:pt modelId="{E30EB7BB-723C-4F47-80F2-64778EB98E83}" type="pres">
      <dgm:prSet presAssocID="{1A4F63E4-BA20-4A74-A8B8-FD46530D3F2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A38B47F-5D20-418E-AF69-0FFD0EB0A624}" type="pres">
      <dgm:prSet presAssocID="{F5BF9D3D-57A4-46A5-90BE-797D3615F53F}" presName="hierRoot1" presStyleCnt="0">
        <dgm:presLayoutVars>
          <dgm:hierBranch val="init"/>
        </dgm:presLayoutVars>
      </dgm:prSet>
      <dgm:spPr/>
    </dgm:pt>
    <dgm:pt modelId="{85D6A80B-EFF9-4321-B98F-B451F291BB61}" type="pres">
      <dgm:prSet presAssocID="{F5BF9D3D-57A4-46A5-90BE-797D3615F53F}" presName="rootComposite1" presStyleCnt="0"/>
      <dgm:spPr/>
    </dgm:pt>
    <dgm:pt modelId="{4D2BE1EB-E3BF-4330-9607-644062499B1B}" type="pres">
      <dgm:prSet presAssocID="{F5BF9D3D-57A4-46A5-90BE-797D3615F53F}" presName="rootText1" presStyleLbl="node0" presStyleIdx="0" presStyleCnt="1">
        <dgm:presLayoutVars>
          <dgm:chPref val="3"/>
        </dgm:presLayoutVars>
      </dgm:prSet>
      <dgm:spPr/>
    </dgm:pt>
    <dgm:pt modelId="{2B2F843E-8F2F-444A-A110-7A8C5BAFAFFA}" type="pres">
      <dgm:prSet presAssocID="{F5BF9D3D-57A4-46A5-90BE-797D3615F53F}" presName="rootConnector1" presStyleLbl="node1" presStyleIdx="0" presStyleCnt="0"/>
      <dgm:spPr/>
    </dgm:pt>
    <dgm:pt modelId="{C88D10AA-0A41-497F-9623-3C89AA31B3C8}" type="pres">
      <dgm:prSet presAssocID="{F5BF9D3D-57A4-46A5-90BE-797D3615F53F}" presName="hierChild2" presStyleCnt="0"/>
      <dgm:spPr/>
    </dgm:pt>
    <dgm:pt modelId="{D2616BD8-1951-432C-BFE2-AE91338E4010}" type="pres">
      <dgm:prSet presAssocID="{772CFC14-40EE-4423-931A-998C29C069C8}" presName="Name37" presStyleLbl="parChTrans1D2" presStyleIdx="0" presStyleCnt="3"/>
      <dgm:spPr/>
    </dgm:pt>
    <dgm:pt modelId="{12D7A29D-5F47-4925-BF61-C752B32AD7A3}" type="pres">
      <dgm:prSet presAssocID="{8E3F69E0-3CB2-47BB-A542-684A7FBB8C60}" presName="hierRoot2" presStyleCnt="0">
        <dgm:presLayoutVars>
          <dgm:hierBranch val="init"/>
        </dgm:presLayoutVars>
      </dgm:prSet>
      <dgm:spPr/>
    </dgm:pt>
    <dgm:pt modelId="{2B8F0698-B18B-42FF-9686-59A6655A3B56}" type="pres">
      <dgm:prSet presAssocID="{8E3F69E0-3CB2-47BB-A542-684A7FBB8C60}" presName="rootComposite" presStyleCnt="0"/>
      <dgm:spPr/>
    </dgm:pt>
    <dgm:pt modelId="{8EEB9725-7304-4E52-A622-B4578750EFD8}" type="pres">
      <dgm:prSet presAssocID="{8E3F69E0-3CB2-47BB-A542-684A7FBB8C60}" presName="rootText" presStyleLbl="node2" presStyleIdx="0" presStyleCnt="3">
        <dgm:presLayoutVars>
          <dgm:chPref val="3"/>
        </dgm:presLayoutVars>
      </dgm:prSet>
      <dgm:spPr/>
    </dgm:pt>
    <dgm:pt modelId="{6325C580-BC6F-4043-A644-7D4E9797E608}" type="pres">
      <dgm:prSet presAssocID="{8E3F69E0-3CB2-47BB-A542-684A7FBB8C60}" presName="rootConnector" presStyleLbl="node2" presStyleIdx="0" presStyleCnt="3"/>
      <dgm:spPr/>
    </dgm:pt>
    <dgm:pt modelId="{AFFE612A-0858-4200-B50D-845A40AE2E09}" type="pres">
      <dgm:prSet presAssocID="{8E3F69E0-3CB2-47BB-A542-684A7FBB8C60}" presName="hierChild4" presStyleCnt="0"/>
      <dgm:spPr/>
    </dgm:pt>
    <dgm:pt modelId="{768128E1-C093-4A4A-BB4E-01B7696AFDE6}" type="pres">
      <dgm:prSet presAssocID="{8E3F69E0-3CB2-47BB-A542-684A7FBB8C60}" presName="hierChild5" presStyleCnt="0"/>
      <dgm:spPr/>
    </dgm:pt>
    <dgm:pt modelId="{355BC530-62D9-417E-A313-B7633D3B7FF6}" type="pres">
      <dgm:prSet presAssocID="{0DEAB536-4BB5-48DE-BA05-813445149A42}" presName="Name37" presStyleLbl="parChTrans1D2" presStyleIdx="1" presStyleCnt="3"/>
      <dgm:spPr/>
    </dgm:pt>
    <dgm:pt modelId="{4B8F4D28-A153-4837-AEF8-689040C869A4}" type="pres">
      <dgm:prSet presAssocID="{0F5B3F04-99F6-4A31-B11F-FC4355DB3966}" presName="hierRoot2" presStyleCnt="0">
        <dgm:presLayoutVars>
          <dgm:hierBranch val="init"/>
        </dgm:presLayoutVars>
      </dgm:prSet>
      <dgm:spPr/>
    </dgm:pt>
    <dgm:pt modelId="{357629D6-20EB-4893-AC26-FD514C9AC3DE}" type="pres">
      <dgm:prSet presAssocID="{0F5B3F04-99F6-4A31-B11F-FC4355DB3966}" presName="rootComposite" presStyleCnt="0"/>
      <dgm:spPr/>
    </dgm:pt>
    <dgm:pt modelId="{926ACE8A-1AF1-4EA0-A97B-0B7DA8EF351C}" type="pres">
      <dgm:prSet presAssocID="{0F5B3F04-99F6-4A31-B11F-FC4355DB3966}" presName="rootText" presStyleLbl="node2" presStyleIdx="1" presStyleCnt="3">
        <dgm:presLayoutVars>
          <dgm:chPref val="3"/>
        </dgm:presLayoutVars>
      </dgm:prSet>
      <dgm:spPr/>
    </dgm:pt>
    <dgm:pt modelId="{1A83497D-79D0-48DA-841B-4502C013FD6F}" type="pres">
      <dgm:prSet presAssocID="{0F5B3F04-99F6-4A31-B11F-FC4355DB3966}" presName="rootConnector" presStyleLbl="node2" presStyleIdx="1" presStyleCnt="3"/>
      <dgm:spPr/>
    </dgm:pt>
    <dgm:pt modelId="{14DC9FFC-D4F2-4197-AFE7-4F4E484CC2A4}" type="pres">
      <dgm:prSet presAssocID="{0F5B3F04-99F6-4A31-B11F-FC4355DB3966}" presName="hierChild4" presStyleCnt="0"/>
      <dgm:spPr/>
    </dgm:pt>
    <dgm:pt modelId="{1C939829-82D3-4882-AA52-40F14C5D1F57}" type="pres">
      <dgm:prSet presAssocID="{0F5B3F04-99F6-4A31-B11F-FC4355DB3966}" presName="hierChild5" presStyleCnt="0"/>
      <dgm:spPr/>
    </dgm:pt>
    <dgm:pt modelId="{BA3ABC7B-12AB-42EE-909A-5A4640D81003}" type="pres">
      <dgm:prSet presAssocID="{31A4CDF7-4517-4C23-A7C7-9C64C724623F}" presName="Name37" presStyleLbl="parChTrans1D2" presStyleIdx="2" presStyleCnt="3"/>
      <dgm:spPr/>
    </dgm:pt>
    <dgm:pt modelId="{72E61429-A021-452E-B2D9-1A517BEA263D}" type="pres">
      <dgm:prSet presAssocID="{6743142F-F176-4E50-9064-94DFC0BE08A2}" presName="hierRoot2" presStyleCnt="0">
        <dgm:presLayoutVars>
          <dgm:hierBranch val="init"/>
        </dgm:presLayoutVars>
      </dgm:prSet>
      <dgm:spPr/>
    </dgm:pt>
    <dgm:pt modelId="{7CDE48C5-4C28-4EF3-9711-F584590A8D7D}" type="pres">
      <dgm:prSet presAssocID="{6743142F-F176-4E50-9064-94DFC0BE08A2}" presName="rootComposite" presStyleCnt="0"/>
      <dgm:spPr/>
    </dgm:pt>
    <dgm:pt modelId="{3F01AFFB-349B-4CE4-8AB3-7DD15597B0B8}" type="pres">
      <dgm:prSet presAssocID="{6743142F-F176-4E50-9064-94DFC0BE08A2}" presName="rootText" presStyleLbl="node2" presStyleIdx="2" presStyleCnt="3">
        <dgm:presLayoutVars>
          <dgm:chPref val="3"/>
        </dgm:presLayoutVars>
      </dgm:prSet>
      <dgm:spPr/>
    </dgm:pt>
    <dgm:pt modelId="{C8CC463F-B247-48EE-89D0-CAB87B511FAF}" type="pres">
      <dgm:prSet presAssocID="{6743142F-F176-4E50-9064-94DFC0BE08A2}" presName="rootConnector" presStyleLbl="node2" presStyleIdx="2" presStyleCnt="3"/>
      <dgm:spPr/>
    </dgm:pt>
    <dgm:pt modelId="{F7A51974-EE52-4C4E-9DA0-8C90CB04068B}" type="pres">
      <dgm:prSet presAssocID="{6743142F-F176-4E50-9064-94DFC0BE08A2}" presName="hierChild4" presStyleCnt="0"/>
      <dgm:spPr/>
    </dgm:pt>
    <dgm:pt modelId="{F6BBCA57-4DE9-44E0-B91E-DA2BA026CE75}" type="pres">
      <dgm:prSet presAssocID="{6743142F-F176-4E50-9064-94DFC0BE08A2}" presName="hierChild5" presStyleCnt="0"/>
      <dgm:spPr/>
    </dgm:pt>
    <dgm:pt modelId="{60122076-BA58-4F8F-BB39-A2BEA31932EF}" type="pres">
      <dgm:prSet presAssocID="{F5BF9D3D-57A4-46A5-90BE-797D3615F53F}" presName="hierChild3" presStyleCnt="0"/>
      <dgm:spPr/>
    </dgm:pt>
  </dgm:ptLst>
  <dgm:cxnLst>
    <dgm:cxn modelId="{66404823-0D4F-4592-AB57-7650017A41A3}" srcId="{F5BF9D3D-57A4-46A5-90BE-797D3615F53F}" destId="{6743142F-F176-4E50-9064-94DFC0BE08A2}" srcOrd="2" destOrd="0" parTransId="{31A4CDF7-4517-4C23-A7C7-9C64C724623F}" sibTransId="{B601EE51-B7FF-40F6-8121-36FFB988409B}"/>
    <dgm:cxn modelId="{758D7B38-1834-41D3-8FC0-98363F8A1DBF}" type="presOf" srcId="{772CFC14-40EE-4423-931A-998C29C069C8}" destId="{D2616BD8-1951-432C-BFE2-AE91338E4010}" srcOrd="0" destOrd="0" presId="urn:microsoft.com/office/officeart/2005/8/layout/orgChart1"/>
    <dgm:cxn modelId="{A5DC483C-A240-4C36-B2AD-B7B8683EF32F}" type="presOf" srcId="{8E3F69E0-3CB2-47BB-A542-684A7FBB8C60}" destId="{6325C580-BC6F-4043-A644-7D4E9797E608}" srcOrd="1" destOrd="0" presId="urn:microsoft.com/office/officeart/2005/8/layout/orgChart1"/>
    <dgm:cxn modelId="{B731D373-B075-457B-95A5-8AE878C6E97C}" type="presOf" srcId="{F5BF9D3D-57A4-46A5-90BE-797D3615F53F}" destId="{4D2BE1EB-E3BF-4330-9607-644062499B1B}" srcOrd="0" destOrd="0" presId="urn:microsoft.com/office/officeart/2005/8/layout/orgChart1"/>
    <dgm:cxn modelId="{A6CDE282-D78B-4DEB-9C75-B57224366E16}" srcId="{F5BF9D3D-57A4-46A5-90BE-797D3615F53F}" destId="{8E3F69E0-3CB2-47BB-A542-684A7FBB8C60}" srcOrd="0" destOrd="0" parTransId="{772CFC14-40EE-4423-931A-998C29C069C8}" sibTransId="{26A34353-E18B-434F-9E9C-E358DFD91BFB}"/>
    <dgm:cxn modelId="{7374548D-F3F2-4EF6-98B5-247508F51D60}" type="presOf" srcId="{1A4F63E4-BA20-4A74-A8B8-FD46530D3F28}" destId="{E30EB7BB-723C-4F47-80F2-64778EB98E83}" srcOrd="0" destOrd="0" presId="urn:microsoft.com/office/officeart/2005/8/layout/orgChart1"/>
    <dgm:cxn modelId="{FD3F9B8D-16E9-4B32-96BE-2309EC6A1973}" type="presOf" srcId="{F5BF9D3D-57A4-46A5-90BE-797D3615F53F}" destId="{2B2F843E-8F2F-444A-A110-7A8C5BAFAFFA}" srcOrd="1" destOrd="0" presId="urn:microsoft.com/office/officeart/2005/8/layout/orgChart1"/>
    <dgm:cxn modelId="{1CB8BD96-7C1C-4DF7-83A9-AA7B2B44B3DD}" type="presOf" srcId="{0F5B3F04-99F6-4A31-B11F-FC4355DB3966}" destId="{926ACE8A-1AF1-4EA0-A97B-0B7DA8EF351C}" srcOrd="0" destOrd="0" presId="urn:microsoft.com/office/officeart/2005/8/layout/orgChart1"/>
    <dgm:cxn modelId="{9259599A-B71D-40F7-8BC6-F34A80D308DA}" type="presOf" srcId="{0DEAB536-4BB5-48DE-BA05-813445149A42}" destId="{355BC530-62D9-417E-A313-B7633D3B7FF6}" srcOrd="0" destOrd="0" presId="urn:microsoft.com/office/officeart/2005/8/layout/orgChart1"/>
    <dgm:cxn modelId="{48F971B8-CCE9-48C5-917E-08F1B1462CC0}" type="presOf" srcId="{8E3F69E0-3CB2-47BB-A542-684A7FBB8C60}" destId="{8EEB9725-7304-4E52-A622-B4578750EFD8}" srcOrd="0" destOrd="0" presId="urn:microsoft.com/office/officeart/2005/8/layout/orgChart1"/>
    <dgm:cxn modelId="{73D56CB9-CB31-41E4-BB2C-B4A7CD6E64AA}" type="presOf" srcId="{31A4CDF7-4517-4C23-A7C7-9C64C724623F}" destId="{BA3ABC7B-12AB-42EE-909A-5A4640D81003}" srcOrd="0" destOrd="0" presId="urn:microsoft.com/office/officeart/2005/8/layout/orgChart1"/>
    <dgm:cxn modelId="{496ABABE-6B71-49AB-8FAE-4802F6F8A4A3}" type="presOf" srcId="{6743142F-F176-4E50-9064-94DFC0BE08A2}" destId="{3F01AFFB-349B-4CE4-8AB3-7DD15597B0B8}" srcOrd="0" destOrd="0" presId="urn:microsoft.com/office/officeart/2005/8/layout/orgChart1"/>
    <dgm:cxn modelId="{B0AFF2CC-AB85-40E1-B657-2EFC3265613D}" type="presOf" srcId="{6743142F-F176-4E50-9064-94DFC0BE08A2}" destId="{C8CC463F-B247-48EE-89D0-CAB87B511FAF}" srcOrd="1" destOrd="0" presId="urn:microsoft.com/office/officeart/2005/8/layout/orgChart1"/>
    <dgm:cxn modelId="{370621CE-C7B7-48DB-9054-F9B26C24D528}" srcId="{F5BF9D3D-57A4-46A5-90BE-797D3615F53F}" destId="{0F5B3F04-99F6-4A31-B11F-FC4355DB3966}" srcOrd="1" destOrd="0" parTransId="{0DEAB536-4BB5-48DE-BA05-813445149A42}" sibTransId="{0BDA6592-168C-41AF-858A-BDF2C6FABDF6}"/>
    <dgm:cxn modelId="{0D4DA0DD-466D-4713-96E7-71C8F389A7CC}" type="presOf" srcId="{0F5B3F04-99F6-4A31-B11F-FC4355DB3966}" destId="{1A83497D-79D0-48DA-841B-4502C013FD6F}" srcOrd="1" destOrd="0" presId="urn:microsoft.com/office/officeart/2005/8/layout/orgChart1"/>
    <dgm:cxn modelId="{26FAB3FB-ED50-47EA-A9DF-AF4A110C934C}" srcId="{1A4F63E4-BA20-4A74-A8B8-FD46530D3F28}" destId="{F5BF9D3D-57A4-46A5-90BE-797D3615F53F}" srcOrd="0" destOrd="0" parTransId="{3FB9494E-38C2-460F-A19C-076760C9012F}" sibTransId="{176974D5-0356-4CF1-AC9B-854E6D34F1B9}"/>
    <dgm:cxn modelId="{2BCC374F-2A0A-48FE-A090-C1590EC9DB17}" type="presParOf" srcId="{E30EB7BB-723C-4F47-80F2-64778EB98E83}" destId="{3A38B47F-5D20-418E-AF69-0FFD0EB0A624}" srcOrd="0" destOrd="0" presId="urn:microsoft.com/office/officeart/2005/8/layout/orgChart1"/>
    <dgm:cxn modelId="{B9E4D83F-52B1-4534-9850-F6878232AA6D}" type="presParOf" srcId="{3A38B47F-5D20-418E-AF69-0FFD0EB0A624}" destId="{85D6A80B-EFF9-4321-B98F-B451F291BB61}" srcOrd="0" destOrd="0" presId="urn:microsoft.com/office/officeart/2005/8/layout/orgChart1"/>
    <dgm:cxn modelId="{4928A3B2-1AF6-4A93-B9B8-54FB9C8E3344}" type="presParOf" srcId="{85D6A80B-EFF9-4321-B98F-B451F291BB61}" destId="{4D2BE1EB-E3BF-4330-9607-644062499B1B}" srcOrd="0" destOrd="0" presId="urn:microsoft.com/office/officeart/2005/8/layout/orgChart1"/>
    <dgm:cxn modelId="{C74E56AA-FDD4-4858-BC5C-7B49C1959544}" type="presParOf" srcId="{85D6A80B-EFF9-4321-B98F-B451F291BB61}" destId="{2B2F843E-8F2F-444A-A110-7A8C5BAFAFFA}" srcOrd="1" destOrd="0" presId="urn:microsoft.com/office/officeart/2005/8/layout/orgChart1"/>
    <dgm:cxn modelId="{2BBB7F6D-FD1F-4DF5-AA9E-07238F255E08}" type="presParOf" srcId="{3A38B47F-5D20-418E-AF69-0FFD0EB0A624}" destId="{C88D10AA-0A41-497F-9623-3C89AA31B3C8}" srcOrd="1" destOrd="0" presId="urn:microsoft.com/office/officeart/2005/8/layout/orgChart1"/>
    <dgm:cxn modelId="{FB1741AB-E724-4612-86C8-737CEE038577}" type="presParOf" srcId="{C88D10AA-0A41-497F-9623-3C89AA31B3C8}" destId="{D2616BD8-1951-432C-BFE2-AE91338E4010}" srcOrd="0" destOrd="0" presId="urn:microsoft.com/office/officeart/2005/8/layout/orgChart1"/>
    <dgm:cxn modelId="{262C6BDF-D46A-4484-865D-14930F065DA2}" type="presParOf" srcId="{C88D10AA-0A41-497F-9623-3C89AA31B3C8}" destId="{12D7A29D-5F47-4925-BF61-C752B32AD7A3}" srcOrd="1" destOrd="0" presId="urn:microsoft.com/office/officeart/2005/8/layout/orgChart1"/>
    <dgm:cxn modelId="{814272E0-1E0E-4ABA-B126-33B1879163D7}" type="presParOf" srcId="{12D7A29D-5F47-4925-BF61-C752B32AD7A3}" destId="{2B8F0698-B18B-42FF-9686-59A6655A3B56}" srcOrd="0" destOrd="0" presId="urn:microsoft.com/office/officeart/2005/8/layout/orgChart1"/>
    <dgm:cxn modelId="{C26FE9CC-3A2B-4413-BEB9-5D083C41DF17}" type="presParOf" srcId="{2B8F0698-B18B-42FF-9686-59A6655A3B56}" destId="{8EEB9725-7304-4E52-A622-B4578750EFD8}" srcOrd="0" destOrd="0" presId="urn:microsoft.com/office/officeart/2005/8/layout/orgChart1"/>
    <dgm:cxn modelId="{F399DF59-2D77-47FB-A256-C0383E976238}" type="presParOf" srcId="{2B8F0698-B18B-42FF-9686-59A6655A3B56}" destId="{6325C580-BC6F-4043-A644-7D4E9797E608}" srcOrd="1" destOrd="0" presId="urn:microsoft.com/office/officeart/2005/8/layout/orgChart1"/>
    <dgm:cxn modelId="{B9EEC3F2-D4FE-4CF6-BBB7-B7221D5AEA9B}" type="presParOf" srcId="{12D7A29D-5F47-4925-BF61-C752B32AD7A3}" destId="{AFFE612A-0858-4200-B50D-845A40AE2E09}" srcOrd="1" destOrd="0" presId="urn:microsoft.com/office/officeart/2005/8/layout/orgChart1"/>
    <dgm:cxn modelId="{4915BFE3-91EE-4E12-A217-A792B247E22C}" type="presParOf" srcId="{12D7A29D-5F47-4925-BF61-C752B32AD7A3}" destId="{768128E1-C093-4A4A-BB4E-01B7696AFDE6}" srcOrd="2" destOrd="0" presId="urn:microsoft.com/office/officeart/2005/8/layout/orgChart1"/>
    <dgm:cxn modelId="{840B588E-3B38-42F3-822B-5C85A2929B95}" type="presParOf" srcId="{C88D10AA-0A41-497F-9623-3C89AA31B3C8}" destId="{355BC530-62D9-417E-A313-B7633D3B7FF6}" srcOrd="2" destOrd="0" presId="urn:microsoft.com/office/officeart/2005/8/layout/orgChart1"/>
    <dgm:cxn modelId="{F928B825-318F-4A11-AEBE-3978D73D8F0F}" type="presParOf" srcId="{C88D10AA-0A41-497F-9623-3C89AA31B3C8}" destId="{4B8F4D28-A153-4837-AEF8-689040C869A4}" srcOrd="3" destOrd="0" presId="urn:microsoft.com/office/officeart/2005/8/layout/orgChart1"/>
    <dgm:cxn modelId="{D9BE36CD-5F9E-431F-8DD2-8E9BDD02855D}" type="presParOf" srcId="{4B8F4D28-A153-4837-AEF8-689040C869A4}" destId="{357629D6-20EB-4893-AC26-FD514C9AC3DE}" srcOrd="0" destOrd="0" presId="urn:microsoft.com/office/officeart/2005/8/layout/orgChart1"/>
    <dgm:cxn modelId="{38AD120C-4943-47C7-9531-E1F93D9B5689}" type="presParOf" srcId="{357629D6-20EB-4893-AC26-FD514C9AC3DE}" destId="{926ACE8A-1AF1-4EA0-A97B-0B7DA8EF351C}" srcOrd="0" destOrd="0" presId="urn:microsoft.com/office/officeart/2005/8/layout/orgChart1"/>
    <dgm:cxn modelId="{4BA72158-3628-4C13-9DCD-A9B93E629BBF}" type="presParOf" srcId="{357629D6-20EB-4893-AC26-FD514C9AC3DE}" destId="{1A83497D-79D0-48DA-841B-4502C013FD6F}" srcOrd="1" destOrd="0" presId="urn:microsoft.com/office/officeart/2005/8/layout/orgChart1"/>
    <dgm:cxn modelId="{1F42AECF-3330-4FB5-A78B-A7BCE9AB734E}" type="presParOf" srcId="{4B8F4D28-A153-4837-AEF8-689040C869A4}" destId="{14DC9FFC-D4F2-4197-AFE7-4F4E484CC2A4}" srcOrd="1" destOrd="0" presId="urn:microsoft.com/office/officeart/2005/8/layout/orgChart1"/>
    <dgm:cxn modelId="{7563C088-D590-4463-AA79-852A5FD7A9C7}" type="presParOf" srcId="{4B8F4D28-A153-4837-AEF8-689040C869A4}" destId="{1C939829-82D3-4882-AA52-40F14C5D1F57}" srcOrd="2" destOrd="0" presId="urn:microsoft.com/office/officeart/2005/8/layout/orgChart1"/>
    <dgm:cxn modelId="{440DB63D-FCD0-44D8-9B5C-4233FFD2A8B2}" type="presParOf" srcId="{C88D10AA-0A41-497F-9623-3C89AA31B3C8}" destId="{BA3ABC7B-12AB-42EE-909A-5A4640D81003}" srcOrd="4" destOrd="0" presId="urn:microsoft.com/office/officeart/2005/8/layout/orgChart1"/>
    <dgm:cxn modelId="{047D8A11-E72B-45C7-AADA-CDC03A86E3F0}" type="presParOf" srcId="{C88D10AA-0A41-497F-9623-3C89AA31B3C8}" destId="{72E61429-A021-452E-B2D9-1A517BEA263D}" srcOrd="5" destOrd="0" presId="urn:microsoft.com/office/officeart/2005/8/layout/orgChart1"/>
    <dgm:cxn modelId="{32AAB891-3B52-4D9E-AE7D-11A88EDC8A8C}" type="presParOf" srcId="{72E61429-A021-452E-B2D9-1A517BEA263D}" destId="{7CDE48C5-4C28-4EF3-9711-F584590A8D7D}" srcOrd="0" destOrd="0" presId="urn:microsoft.com/office/officeart/2005/8/layout/orgChart1"/>
    <dgm:cxn modelId="{472DCF3A-DB2A-464F-83DE-3C53D7D73DD8}" type="presParOf" srcId="{7CDE48C5-4C28-4EF3-9711-F584590A8D7D}" destId="{3F01AFFB-349B-4CE4-8AB3-7DD15597B0B8}" srcOrd="0" destOrd="0" presId="urn:microsoft.com/office/officeart/2005/8/layout/orgChart1"/>
    <dgm:cxn modelId="{BD69E14E-EC51-4611-8063-53FE0A2A0DC5}" type="presParOf" srcId="{7CDE48C5-4C28-4EF3-9711-F584590A8D7D}" destId="{C8CC463F-B247-48EE-89D0-CAB87B511FAF}" srcOrd="1" destOrd="0" presId="urn:microsoft.com/office/officeart/2005/8/layout/orgChart1"/>
    <dgm:cxn modelId="{DE0F623A-6FED-45AD-89F2-028D2E0D7A8C}" type="presParOf" srcId="{72E61429-A021-452E-B2D9-1A517BEA263D}" destId="{F7A51974-EE52-4C4E-9DA0-8C90CB04068B}" srcOrd="1" destOrd="0" presId="urn:microsoft.com/office/officeart/2005/8/layout/orgChart1"/>
    <dgm:cxn modelId="{9EEE0F0F-DD13-44E9-BACF-45FA334D8AF5}" type="presParOf" srcId="{72E61429-A021-452E-B2D9-1A517BEA263D}" destId="{F6BBCA57-4DE9-44E0-B91E-DA2BA026CE75}" srcOrd="2" destOrd="0" presId="urn:microsoft.com/office/officeart/2005/8/layout/orgChart1"/>
    <dgm:cxn modelId="{8A9D0EFE-549F-45DF-929C-F4E1DCB7FB5A}" type="presParOf" srcId="{3A38B47F-5D20-418E-AF69-0FFD0EB0A624}" destId="{60122076-BA58-4F8F-BB39-A2BEA31932E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4F63E4-BA20-4A74-A8B8-FD46530D3F2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5BF9D3D-57A4-46A5-90BE-797D3615F53F}">
      <dgm:prSet phldrT="[Text]" phldr="0" custT="1"/>
      <dgm:spPr>
        <a:solidFill>
          <a:schemeClr val="accent1"/>
        </a:solidFill>
        <a:ln>
          <a:solidFill>
            <a:schemeClr val="tx1"/>
          </a:solidFill>
        </a:ln>
      </dgm:spPr>
      <dgm:t>
        <a:bodyPr/>
        <a:lstStyle/>
        <a:p>
          <a:r>
            <a:rPr lang="en-IN" sz="2400" dirty="0"/>
            <a:t>Retrieved Docs</a:t>
          </a:r>
        </a:p>
      </dgm:t>
    </dgm:pt>
    <dgm:pt modelId="{3FB9494E-38C2-460F-A19C-076760C9012F}" type="parTrans" cxnId="{26FAB3FB-ED50-47EA-A9DF-AF4A110C934C}">
      <dgm:prSet/>
      <dgm:spPr/>
      <dgm:t>
        <a:bodyPr/>
        <a:lstStyle/>
        <a:p>
          <a:endParaRPr lang="en-IN"/>
        </a:p>
      </dgm:t>
    </dgm:pt>
    <dgm:pt modelId="{176974D5-0356-4CF1-AC9B-854E6D34F1B9}" type="sibTrans" cxnId="{26FAB3FB-ED50-47EA-A9DF-AF4A110C934C}">
      <dgm:prSet/>
      <dgm:spPr/>
      <dgm:t>
        <a:bodyPr/>
        <a:lstStyle/>
        <a:p>
          <a:endParaRPr lang="en-IN"/>
        </a:p>
      </dgm:t>
    </dgm:pt>
    <dgm:pt modelId="{8E3F69E0-3CB2-47BB-A542-684A7FBB8C60}">
      <dgm:prSet phldrT="[Text]" phldr="0"/>
      <dgm:spPr/>
      <dgm:t>
        <a:bodyPr/>
        <a:lstStyle/>
        <a:p>
          <a:r>
            <a:rPr lang="en-IN"/>
            <a:t>Relevant</a:t>
          </a:r>
          <a:endParaRPr lang="en-IN" dirty="0"/>
        </a:p>
      </dgm:t>
    </dgm:pt>
    <dgm:pt modelId="{772CFC14-40EE-4423-931A-998C29C069C8}" type="parTrans" cxnId="{A6CDE282-D78B-4DEB-9C75-B57224366E16}">
      <dgm:prSet/>
      <dgm:spPr/>
      <dgm:t>
        <a:bodyPr/>
        <a:lstStyle/>
        <a:p>
          <a:endParaRPr lang="en-IN"/>
        </a:p>
      </dgm:t>
    </dgm:pt>
    <dgm:pt modelId="{26A34353-E18B-434F-9E9C-E358DFD91BFB}" type="sibTrans" cxnId="{A6CDE282-D78B-4DEB-9C75-B57224366E16}">
      <dgm:prSet/>
      <dgm:spPr/>
      <dgm:t>
        <a:bodyPr/>
        <a:lstStyle/>
        <a:p>
          <a:endParaRPr lang="en-IN"/>
        </a:p>
      </dgm:t>
    </dgm:pt>
    <dgm:pt modelId="{6743142F-F176-4E50-9064-94DFC0BE08A2}">
      <dgm:prSet phldrT="[Text]" phldr="0"/>
      <dgm:spPr/>
      <dgm:t>
        <a:bodyPr/>
        <a:lstStyle/>
        <a:p>
          <a:r>
            <a:rPr lang="en-IN" dirty="0"/>
            <a:t>Non Relevant</a:t>
          </a:r>
        </a:p>
      </dgm:t>
    </dgm:pt>
    <dgm:pt modelId="{31A4CDF7-4517-4C23-A7C7-9C64C724623F}" type="parTrans" cxnId="{66404823-0D4F-4592-AB57-7650017A41A3}">
      <dgm:prSet/>
      <dgm:spPr/>
      <dgm:t>
        <a:bodyPr/>
        <a:lstStyle/>
        <a:p>
          <a:endParaRPr lang="en-IN"/>
        </a:p>
      </dgm:t>
    </dgm:pt>
    <dgm:pt modelId="{B601EE51-B7FF-40F6-8121-36FFB988409B}" type="sibTrans" cxnId="{66404823-0D4F-4592-AB57-7650017A41A3}">
      <dgm:prSet/>
      <dgm:spPr/>
      <dgm:t>
        <a:bodyPr/>
        <a:lstStyle/>
        <a:p>
          <a:endParaRPr lang="en-IN"/>
        </a:p>
      </dgm:t>
    </dgm:pt>
    <dgm:pt modelId="{0F5B3F04-99F6-4A31-B11F-FC4355DB3966}">
      <dgm:prSet phldrT="[Text]" phldr="0"/>
      <dgm:spPr/>
      <dgm:t>
        <a:bodyPr/>
        <a:lstStyle/>
        <a:p>
          <a:r>
            <a:rPr lang="en-IN"/>
            <a:t>Ambiguous</a:t>
          </a:r>
          <a:endParaRPr lang="en-IN" dirty="0"/>
        </a:p>
      </dgm:t>
    </dgm:pt>
    <dgm:pt modelId="{0DEAB536-4BB5-48DE-BA05-813445149A42}" type="parTrans" cxnId="{370621CE-C7B7-48DB-9054-F9B26C24D528}">
      <dgm:prSet/>
      <dgm:spPr/>
      <dgm:t>
        <a:bodyPr/>
        <a:lstStyle/>
        <a:p>
          <a:endParaRPr lang="en-IN"/>
        </a:p>
      </dgm:t>
    </dgm:pt>
    <dgm:pt modelId="{0BDA6592-168C-41AF-858A-BDF2C6FABDF6}" type="sibTrans" cxnId="{370621CE-C7B7-48DB-9054-F9B26C24D528}">
      <dgm:prSet/>
      <dgm:spPr/>
      <dgm:t>
        <a:bodyPr/>
        <a:lstStyle/>
        <a:p>
          <a:endParaRPr lang="en-IN"/>
        </a:p>
      </dgm:t>
    </dgm:pt>
    <dgm:pt modelId="{E30EB7BB-723C-4F47-80F2-64778EB98E83}" type="pres">
      <dgm:prSet presAssocID="{1A4F63E4-BA20-4A74-A8B8-FD46530D3F2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A38B47F-5D20-418E-AF69-0FFD0EB0A624}" type="pres">
      <dgm:prSet presAssocID="{F5BF9D3D-57A4-46A5-90BE-797D3615F53F}" presName="hierRoot1" presStyleCnt="0">
        <dgm:presLayoutVars>
          <dgm:hierBranch val="init"/>
        </dgm:presLayoutVars>
      </dgm:prSet>
      <dgm:spPr/>
    </dgm:pt>
    <dgm:pt modelId="{85D6A80B-EFF9-4321-B98F-B451F291BB61}" type="pres">
      <dgm:prSet presAssocID="{F5BF9D3D-57A4-46A5-90BE-797D3615F53F}" presName="rootComposite1" presStyleCnt="0"/>
      <dgm:spPr/>
    </dgm:pt>
    <dgm:pt modelId="{4D2BE1EB-E3BF-4330-9607-644062499B1B}" type="pres">
      <dgm:prSet presAssocID="{F5BF9D3D-57A4-46A5-90BE-797D3615F53F}" presName="rootText1" presStyleLbl="node0" presStyleIdx="0" presStyleCnt="1">
        <dgm:presLayoutVars>
          <dgm:chPref val="3"/>
        </dgm:presLayoutVars>
      </dgm:prSet>
      <dgm:spPr/>
    </dgm:pt>
    <dgm:pt modelId="{2B2F843E-8F2F-444A-A110-7A8C5BAFAFFA}" type="pres">
      <dgm:prSet presAssocID="{F5BF9D3D-57A4-46A5-90BE-797D3615F53F}" presName="rootConnector1" presStyleLbl="node1" presStyleIdx="0" presStyleCnt="0"/>
      <dgm:spPr/>
    </dgm:pt>
    <dgm:pt modelId="{C88D10AA-0A41-497F-9623-3C89AA31B3C8}" type="pres">
      <dgm:prSet presAssocID="{F5BF9D3D-57A4-46A5-90BE-797D3615F53F}" presName="hierChild2" presStyleCnt="0"/>
      <dgm:spPr/>
    </dgm:pt>
    <dgm:pt modelId="{D2616BD8-1951-432C-BFE2-AE91338E4010}" type="pres">
      <dgm:prSet presAssocID="{772CFC14-40EE-4423-931A-998C29C069C8}" presName="Name37" presStyleLbl="parChTrans1D2" presStyleIdx="0" presStyleCnt="3"/>
      <dgm:spPr/>
    </dgm:pt>
    <dgm:pt modelId="{12D7A29D-5F47-4925-BF61-C752B32AD7A3}" type="pres">
      <dgm:prSet presAssocID="{8E3F69E0-3CB2-47BB-A542-684A7FBB8C60}" presName="hierRoot2" presStyleCnt="0">
        <dgm:presLayoutVars>
          <dgm:hierBranch val="init"/>
        </dgm:presLayoutVars>
      </dgm:prSet>
      <dgm:spPr/>
    </dgm:pt>
    <dgm:pt modelId="{2B8F0698-B18B-42FF-9686-59A6655A3B56}" type="pres">
      <dgm:prSet presAssocID="{8E3F69E0-3CB2-47BB-A542-684A7FBB8C60}" presName="rootComposite" presStyleCnt="0"/>
      <dgm:spPr/>
    </dgm:pt>
    <dgm:pt modelId="{8EEB9725-7304-4E52-A622-B4578750EFD8}" type="pres">
      <dgm:prSet presAssocID="{8E3F69E0-3CB2-47BB-A542-684A7FBB8C60}" presName="rootText" presStyleLbl="node2" presStyleIdx="0" presStyleCnt="3">
        <dgm:presLayoutVars>
          <dgm:chPref val="3"/>
        </dgm:presLayoutVars>
      </dgm:prSet>
      <dgm:spPr/>
    </dgm:pt>
    <dgm:pt modelId="{6325C580-BC6F-4043-A644-7D4E9797E608}" type="pres">
      <dgm:prSet presAssocID="{8E3F69E0-3CB2-47BB-A542-684A7FBB8C60}" presName="rootConnector" presStyleLbl="node2" presStyleIdx="0" presStyleCnt="3"/>
      <dgm:spPr/>
    </dgm:pt>
    <dgm:pt modelId="{AFFE612A-0858-4200-B50D-845A40AE2E09}" type="pres">
      <dgm:prSet presAssocID="{8E3F69E0-3CB2-47BB-A542-684A7FBB8C60}" presName="hierChild4" presStyleCnt="0"/>
      <dgm:spPr/>
    </dgm:pt>
    <dgm:pt modelId="{768128E1-C093-4A4A-BB4E-01B7696AFDE6}" type="pres">
      <dgm:prSet presAssocID="{8E3F69E0-3CB2-47BB-A542-684A7FBB8C60}" presName="hierChild5" presStyleCnt="0"/>
      <dgm:spPr/>
    </dgm:pt>
    <dgm:pt modelId="{355BC530-62D9-417E-A313-B7633D3B7FF6}" type="pres">
      <dgm:prSet presAssocID="{0DEAB536-4BB5-48DE-BA05-813445149A42}" presName="Name37" presStyleLbl="parChTrans1D2" presStyleIdx="1" presStyleCnt="3"/>
      <dgm:spPr/>
    </dgm:pt>
    <dgm:pt modelId="{4B8F4D28-A153-4837-AEF8-689040C869A4}" type="pres">
      <dgm:prSet presAssocID="{0F5B3F04-99F6-4A31-B11F-FC4355DB3966}" presName="hierRoot2" presStyleCnt="0">
        <dgm:presLayoutVars>
          <dgm:hierBranch val="init"/>
        </dgm:presLayoutVars>
      </dgm:prSet>
      <dgm:spPr/>
    </dgm:pt>
    <dgm:pt modelId="{357629D6-20EB-4893-AC26-FD514C9AC3DE}" type="pres">
      <dgm:prSet presAssocID="{0F5B3F04-99F6-4A31-B11F-FC4355DB3966}" presName="rootComposite" presStyleCnt="0"/>
      <dgm:spPr/>
    </dgm:pt>
    <dgm:pt modelId="{926ACE8A-1AF1-4EA0-A97B-0B7DA8EF351C}" type="pres">
      <dgm:prSet presAssocID="{0F5B3F04-99F6-4A31-B11F-FC4355DB3966}" presName="rootText" presStyleLbl="node2" presStyleIdx="1" presStyleCnt="3">
        <dgm:presLayoutVars>
          <dgm:chPref val="3"/>
        </dgm:presLayoutVars>
      </dgm:prSet>
      <dgm:spPr/>
    </dgm:pt>
    <dgm:pt modelId="{1A83497D-79D0-48DA-841B-4502C013FD6F}" type="pres">
      <dgm:prSet presAssocID="{0F5B3F04-99F6-4A31-B11F-FC4355DB3966}" presName="rootConnector" presStyleLbl="node2" presStyleIdx="1" presStyleCnt="3"/>
      <dgm:spPr/>
    </dgm:pt>
    <dgm:pt modelId="{14DC9FFC-D4F2-4197-AFE7-4F4E484CC2A4}" type="pres">
      <dgm:prSet presAssocID="{0F5B3F04-99F6-4A31-B11F-FC4355DB3966}" presName="hierChild4" presStyleCnt="0"/>
      <dgm:spPr/>
    </dgm:pt>
    <dgm:pt modelId="{1C939829-82D3-4882-AA52-40F14C5D1F57}" type="pres">
      <dgm:prSet presAssocID="{0F5B3F04-99F6-4A31-B11F-FC4355DB3966}" presName="hierChild5" presStyleCnt="0"/>
      <dgm:spPr/>
    </dgm:pt>
    <dgm:pt modelId="{BA3ABC7B-12AB-42EE-909A-5A4640D81003}" type="pres">
      <dgm:prSet presAssocID="{31A4CDF7-4517-4C23-A7C7-9C64C724623F}" presName="Name37" presStyleLbl="parChTrans1D2" presStyleIdx="2" presStyleCnt="3"/>
      <dgm:spPr/>
    </dgm:pt>
    <dgm:pt modelId="{72E61429-A021-452E-B2D9-1A517BEA263D}" type="pres">
      <dgm:prSet presAssocID="{6743142F-F176-4E50-9064-94DFC0BE08A2}" presName="hierRoot2" presStyleCnt="0">
        <dgm:presLayoutVars>
          <dgm:hierBranch val="init"/>
        </dgm:presLayoutVars>
      </dgm:prSet>
      <dgm:spPr/>
    </dgm:pt>
    <dgm:pt modelId="{7CDE48C5-4C28-4EF3-9711-F584590A8D7D}" type="pres">
      <dgm:prSet presAssocID="{6743142F-F176-4E50-9064-94DFC0BE08A2}" presName="rootComposite" presStyleCnt="0"/>
      <dgm:spPr/>
    </dgm:pt>
    <dgm:pt modelId="{3F01AFFB-349B-4CE4-8AB3-7DD15597B0B8}" type="pres">
      <dgm:prSet presAssocID="{6743142F-F176-4E50-9064-94DFC0BE08A2}" presName="rootText" presStyleLbl="node2" presStyleIdx="2" presStyleCnt="3">
        <dgm:presLayoutVars>
          <dgm:chPref val="3"/>
        </dgm:presLayoutVars>
      </dgm:prSet>
      <dgm:spPr/>
    </dgm:pt>
    <dgm:pt modelId="{C8CC463F-B247-48EE-89D0-CAB87B511FAF}" type="pres">
      <dgm:prSet presAssocID="{6743142F-F176-4E50-9064-94DFC0BE08A2}" presName="rootConnector" presStyleLbl="node2" presStyleIdx="2" presStyleCnt="3"/>
      <dgm:spPr/>
    </dgm:pt>
    <dgm:pt modelId="{F7A51974-EE52-4C4E-9DA0-8C90CB04068B}" type="pres">
      <dgm:prSet presAssocID="{6743142F-F176-4E50-9064-94DFC0BE08A2}" presName="hierChild4" presStyleCnt="0"/>
      <dgm:spPr/>
    </dgm:pt>
    <dgm:pt modelId="{F6BBCA57-4DE9-44E0-B91E-DA2BA026CE75}" type="pres">
      <dgm:prSet presAssocID="{6743142F-F176-4E50-9064-94DFC0BE08A2}" presName="hierChild5" presStyleCnt="0"/>
      <dgm:spPr/>
    </dgm:pt>
    <dgm:pt modelId="{60122076-BA58-4F8F-BB39-A2BEA31932EF}" type="pres">
      <dgm:prSet presAssocID="{F5BF9D3D-57A4-46A5-90BE-797D3615F53F}" presName="hierChild3" presStyleCnt="0"/>
      <dgm:spPr/>
    </dgm:pt>
  </dgm:ptLst>
  <dgm:cxnLst>
    <dgm:cxn modelId="{66404823-0D4F-4592-AB57-7650017A41A3}" srcId="{F5BF9D3D-57A4-46A5-90BE-797D3615F53F}" destId="{6743142F-F176-4E50-9064-94DFC0BE08A2}" srcOrd="2" destOrd="0" parTransId="{31A4CDF7-4517-4C23-A7C7-9C64C724623F}" sibTransId="{B601EE51-B7FF-40F6-8121-36FFB988409B}"/>
    <dgm:cxn modelId="{758D7B38-1834-41D3-8FC0-98363F8A1DBF}" type="presOf" srcId="{772CFC14-40EE-4423-931A-998C29C069C8}" destId="{D2616BD8-1951-432C-BFE2-AE91338E4010}" srcOrd="0" destOrd="0" presId="urn:microsoft.com/office/officeart/2005/8/layout/orgChart1"/>
    <dgm:cxn modelId="{A5DC483C-A240-4C36-B2AD-B7B8683EF32F}" type="presOf" srcId="{8E3F69E0-3CB2-47BB-A542-684A7FBB8C60}" destId="{6325C580-BC6F-4043-A644-7D4E9797E608}" srcOrd="1" destOrd="0" presId="urn:microsoft.com/office/officeart/2005/8/layout/orgChart1"/>
    <dgm:cxn modelId="{B731D373-B075-457B-95A5-8AE878C6E97C}" type="presOf" srcId="{F5BF9D3D-57A4-46A5-90BE-797D3615F53F}" destId="{4D2BE1EB-E3BF-4330-9607-644062499B1B}" srcOrd="0" destOrd="0" presId="urn:microsoft.com/office/officeart/2005/8/layout/orgChart1"/>
    <dgm:cxn modelId="{A6CDE282-D78B-4DEB-9C75-B57224366E16}" srcId="{F5BF9D3D-57A4-46A5-90BE-797D3615F53F}" destId="{8E3F69E0-3CB2-47BB-A542-684A7FBB8C60}" srcOrd="0" destOrd="0" parTransId="{772CFC14-40EE-4423-931A-998C29C069C8}" sibTransId="{26A34353-E18B-434F-9E9C-E358DFD91BFB}"/>
    <dgm:cxn modelId="{7374548D-F3F2-4EF6-98B5-247508F51D60}" type="presOf" srcId="{1A4F63E4-BA20-4A74-A8B8-FD46530D3F28}" destId="{E30EB7BB-723C-4F47-80F2-64778EB98E83}" srcOrd="0" destOrd="0" presId="urn:microsoft.com/office/officeart/2005/8/layout/orgChart1"/>
    <dgm:cxn modelId="{FD3F9B8D-16E9-4B32-96BE-2309EC6A1973}" type="presOf" srcId="{F5BF9D3D-57A4-46A5-90BE-797D3615F53F}" destId="{2B2F843E-8F2F-444A-A110-7A8C5BAFAFFA}" srcOrd="1" destOrd="0" presId="urn:microsoft.com/office/officeart/2005/8/layout/orgChart1"/>
    <dgm:cxn modelId="{1CB8BD96-7C1C-4DF7-83A9-AA7B2B44B3DD}" type="presOf" srcId="{0F5B3F04-99F6-4A31-B11F-FC4355DB3966}" destId="{926ACE8A-1AF1-4EA0-A97B-0B7DA8EF351C}" srcOrd="0" destOrd="0" presId="urn:microsoft.com/office/officeart/2005/8/layout/orgChart1"/>
    <dgm:cxn modelId="{9259599A-B71D-40F7-8BC6-F34A80D308DA}" type="presOf" srcId="{0DEAB536-4BB5-48DE-BA05-813445149A42}" destId="{355BC530-62D9-417E-A313-B7633D3B7FF6}" srcOrd="0" destOrd="0" presId="urn:microsoft.com/office/officeart/2005/8/layout/orgChart1"/>
    <dgm:cxn modelId="{48F971B8-CCE9-48C5-917E-08F1B1462CC0}" type="presOf" srcId="{8E3F69E0-3CB2-47BB-A542-684A7FBB8C60}" destId="{8EEB9725-7304-4E52-A622-B4578750EFD8}" srcOrd="0" destOrd="0" presId="urn:microsoft.com/office/officeart/2005/8/layout/orgChart1"/>
    <dgm:cxn modelId="{73D56CB9-CB31-41E4-BB2C-B4A7CD6E64AA}" type="presOf" srcId="{31A4CDF7-4517-4C23-A7C7-9C64C724623F}" destId="{BA3ABC7B-12AB-42EE-909A-5A4640D81003}" srcOrd="0" destOrd="0" presId="urn:microsoft.com/office/officeart/2005/8/layout/orgChart1"/>
    <dgm:cxn modelId="{496ABABE-6B71-49AB-8FAE-4802F6F8A4A3}" type="presOf" srcId="{6743142F-F176-4E50-9064-94DFC0BE08A2}" destId="{3F01AFFB-349B-4CE4-8AB3-7DD15597B0B8}" srcOrd="0" destOrd="0" presId="urn:microsoft.com/office/officeart/2005/8/layout/orgChart1"/>
    <dgm:cxn modelId="{B0AFF2CC-AB85-40E1-B657-2EFC3265613D}" type="presOf" srcId="{6743142F-F176-4E50-9064-94DFC0BE08A2}" destId="{C8CC463F-B247-48EE-89D0-CAB87B511FAF}" srcOrd="1" destOrd="0" presId="urn:microsoft.com/office/officeart/2005/8/layout/orgChart1"/>
    <dgm:cxn modelId="{370621CE-C7B7-48DB-9054-F9B26C24D528}" srcId="{F5BF9D3D-57A4-46A5-90BE-797D3615F53F}" destId="{0F5B3F04-99F6-4A31-B11F-FC4355DB3966}" srcOrd="1" destOrd="0" parTransId="{0DEAB536-4BB5-48DE-BA05-813445149A42}" sibTransId="{0BDA6592-168C-41AF-858A-BDF2C6FABDF6}"/>
    <dgm:cxn modelId="{0D4DA0DD-466D-4713-96E7-71C8F389A7CC}" type="presOf" srcId="{0F5B3F04-99F6-4A31-B11F-FC4355DB3966}" destId="{1A83497D-79D0-48DA-841B-4502C013FD6F}" srcOrd="1" destOrd="0" presId="urn:microsoft.com/office/officeart/2005/8/layout/orgChart1"/>
    <dgm:cxn modelId="{26FAB3FB-ED50-47EA-A9DF-AF4A110C934C}" srcId="{1A4F63E4-BA20-4A74-A8B8-FD46530D3F28}" destId="{F5BF9D3D-57A4-46A5-90BE-797D3615F53F}" srcOrd="0" destOrd="0" parTransId="{3FB9494E-38C2-460F-A19C-076760C9012F}" sibTransId="{176974D5-0356-4CF1-AC9B-854E6D34F1B9}"/>
    <dgm:cxn modelId="{2BCC374F-2A0A-48FE-A090-C1590EC9DB17}" type="presParOf" srcId="{E30EB7BB-723C-4F47-80F2-64778EB98E83}" destId="{3A38B47F-5D20-418E-AF69-0FFD0EB0A624}" srcOrd="0" destOrd="0" presId="urn:microsoft.com/office/officeart/2005/8/layout/orgChart1"/>
    <dgm:cxn modelId="{B9E4D83F-52B1-4534-9850-F6878232AA6D}" type="presParOf" srcId="{3A38B47F-5D20-418E-AF69-0FFD0EB0A624}" destId="{85D6A80B-EFF9-4321-B98F-B451F291BB61}" srcOrd="0" destOrd="0" presId="urn:microsoft.com/office/officeart/2005/8/layout/orgChart1"/>
    <dgm:cxn modelId="{4928A3B2-1AF6-4A93-B9B8-54FB9C8E3344}" type="presParOf" srcId="{85D6A80B-EFF9-4321-B98F-B451F291BB61}" destId="{4D2BE1EB-E3BF-4330-9607-644062499B1B}" srcOrd="0" destOrd="0" presId="urn:microsoft.com/office/officeart/2005/8/layout/orgChart1"/>
    <dgm:cxn modelId="{C74E56AA-FDD4-4858-BC5C-7B49C1959544}" type="presParOf" srcId="{85D6A80B-EFF9-4321-B98F-B451F291BB61}" destId="{2B2F843E-8F2F-444A-A110-7A8C5BAFAFFA}" srcOrd="1" destOrd="0" presId="urn:microsoft.com/office/officeart/2005/8/layout/orgChart1"/>
    <dgm:cxn modelId="{2BBB7F6D-FD1F-4DF5-AA9E-07238F255E08}" type="presParOf" srcId="{3A38B47F-5D20-418E-AF69-0FFD0EB0A624}" destId="{C88D10AA-0A41-497F-9623-3C89AA31B3C8}" srcOrd="1" destOrd="0" presId="urn:microsoft.com/office/officeart/2005/8/layout/orgChart1"/>
    <dgm:cxn modelId="{FB1741AB-E724-4612-86C8-737CEE038577}" type="presParOf" srcId="{C88D10AA-0A41-497F-9623-3C89AA31B3C8}" destId="{D2616BD8-1951-432C-BFE2-AE91338E4010}" srcOrd="0" destOrd="0" presId="urn:microsoft.com/office/officeart/2005/8/layout/orgChart1"/>
    <dgm:cxn modelId="{262C6BDF-D46A-4484-865D-14930F065DA2}" type="presParOf" srcId="{C88D10AA-0A41-497F-9623-3C89AA31B3C8}" destId="{12D7A29D-5F47-4925-BF61-C752B32AD7A3}" srcOrd="1" destOrd="0" presId="urn:microsoft.com/office/officeart/2005/8/layout/orgChart1"/>
    <dgm:cxn modelId="{814272E0-1E0E-4ABA-B126-33B1879163D7}" type="presParOf" srcId="{12D7A29D-5F47-4925-BF61-C752B32AD7A3}" destId="{2B8F0698-B18B-42FF-9686-59A6655A3B56}" srcOrd="0" destOrd="0" presId="urn:microsoft.com/office/officeart/2005/8/layout/orgChart1"/>
    <dgm:cxn modelId="{C26FE9CC-3A2B-4413-BEB9-5D083C41DF17}" type="presParOf" srcId="{2B8F0698-B18B-42FF-9686-59A6655A3B56}" destId="{8EEB9725-7304-4E52-A622-B4578750EFD8}" srcOrd="0" destOrd="0" presId="urn:microsoft.com/office/officeart/2005/8/layout/orgChart1"/>
    <dgm:cxn modelId="{F399DF59-2D77-47FB-A256-C0383E976238}" type="presParOf" srcId="{2B8F0698-B18B-42FF-9686-59A6655A3B56}" destId="{6325C580-BC6F-4043-A644-7D4E9797E608}" srcOrd="1" destOrd="0" presId="urn:microsoft.com/office/officeart/2005/8/layout/orgChart1"/>
    <dgm:cxn modelId="{B9EEC3F2-D4FE-4CF6-BBB7-B7221D5AEA9B}" type="presParOf" srcId="{12D7A29D-5F47-4925-BF61-C752B32AD7A3}" destId="{AFFE612A-0858-4200-B50D-845A40AE2E09}" srcOrd="1" destOrd="0" presId="urn:microsoft.com/office/officeart/2005/8/layout/orgChart1"/>
    <dgm:cxn modelId="{4915BFE3-91EE-4E12-A217-A792B247E22C}" type="presParOf" srcId="{12D7A29D-5F47-4925-BF61-C752B32AD7A3}" destId="{768128E1-C093-4A4A-BB4E-01B7696AFDE6}" srcOrd="2" destOrd="0" presId="urn:microsoft.com/office/officeart/2005/8/layout/orgChart1"/>
    <dgm:cxn modelId="{840B588E-3B38-42F3-822B-5C85A2929B95}" type="presParOf" srcId="{C88D10AA-0A41-497F-9623-3C89AA31B3C8}" destId="{355BC530-62D9-417E-A313-B7633D3B7FF6}" srcOrd="2" destOrd="0" presId="urn:microsoft.com/office/officeart/2005/8/layout/orgChart1"/>
    <dgm:cxn modelId="{F928B825-318F-4A11-AEBE-3978D73D8F0F}" type="presParOf" srcId="{C88D10AA-0A41-497F-9623-3C89AA31B3C8}" destId="{4B8F4D28-A153-4837-AEF8-689040C869A4}" srcOrd="3" destOrd="0" presId="urn:microsoft.com/office/officeart/2005/8/layout/orgChart1"/>
    <dgm:cxn modelId="{D9BE36CD-5F9E-431F-8DD2-8E9BDD02855D}" type="presParOf" srcId="{4B8F4D28-A153-4837-AEF8-689040C869A4}" destId="{357629D6-20EB-4893-AC26-FD514C9AC3DE}" srcOrd="0" destOrd="0" presId="urn:microsoft.com/office/officeart/2005/8/layout/orgChart1"/>
    <dgm:cxn modelId="{38AD120C-4943-47C7-9531-E1F93D9B5689}" type="presParOf" srcId="{357629D6-20EB-4893-AC26-FD514C9AC3DE}" destId="{926ACE8A-1AF1-4EA0-A97B-0B7DA8EF351C}" srcOrd="0" destOrd="0" presId="urn:microsoft.com/office/officeart/2005/8/layout/orgChart1"/>
    <dgm:cxn modelId="{4BA72158-3628-4C13-9DCD-A9B93E629BBF}" type="presParOf" srcId="{357629D6-20EB-4893-AC26-FD514C9AC3DE}" destId="{1A83497D-79D0-48DA-841B-4502C013FD6F}" srcOrd="1" destOrd="0" presId="urn:microsoft.com/office/officeart/2005/8/layout/orgChart1"/>
    <dgm:cxn modelId="{1F42AECF-3330-4FB5-A78B-A7BCE9AB734E}" type="presParOf" srcId="{4B8F4D28-A153-4837-AEF8-689040C869A4}" destId="{14DC9FFC-D4F2-4197-AFE7-4F4E484CC2A4}" srcOrd="1" destOrd="0" presId="urn:microsoft.com/office/officeart/2005/8/layout/orgChart1"/>
    <dgm:cxn modelId="{7563C088-D590-4463-AA79-852A5FD7A9C7}" type="presParOf" srcId="{4B8F4D28-A153-4837-AEF8-689040C869A4}" destId="{1C939829-82D3-4882-AA52-40F14C5D1F57}" srcOrd="2" destOrd="0" presId="urn:microsoft.com/office/officeart/2005/8/layout/orgChart1"/>
    <dgm:cxn modelId="{440DB63D-FCD0-44D8-9B5C-4233FFD2A8B2}" type="presParOf" srcId="{C88D10AA-0A41-497F-9623-3C89AA31B3C8}" destId="{BA3ABC7B-12AB-42EE-909A-5A4640D81003}" srcOrd="4" destOrd="0" presId="urn:microsoft.com/office/officeart/2005/8/layout/orgChart1"/>
    <dgm:cxn modelId="{047D8A11-E72B-45C7-AADA-CDC03A86E3F0}" type="presParOf" srcId="{C88D10AA-0A41-497F-9623-3C89AA31B3C8}" destId="{72E61429-A021-452E-B2D9-1A517BEA263D}" srcOrd="5" destOrd="0" presId="urn:microsoft.com/office/officeart/2005/8/layout/orgChart1"/>
    <dgm:cxn modelId="{32AAB891-3B52-4D9E-AE7D-11A88EDC8A8C}" type="presParOf" srcId="{72E61429-A021-452E-B2D9-1A517BEA263D}" destId="{7CDE48C5-4C28-4EF3-9711-F584590A8D7D}" srcOrd="0" destOrd="0" presId="urn:microsoft.com/office/officeart/2005/8/layout/orgChart1"/>
    <dgm:cxn modelId="{472DCF3A-DB2A-464F-83DE-3C53D7D73DD8}" type="presParOf" srcId="{7CDE48C5-4C28-4EF3-9711-F584590A8D7D}" destId="{3F01AFFB-349B-4CE4-8AB3-7DD15597B0B8}" srcOrd="0" destOrd="0" presId="urn:microsoft.com/office/officeart/2005/8/layout/orgChart1"/>
    <dgm:cxn modelId="{BD69E14E-EC51-4611-8063-53FE0A2A0DC5}" type="presParOf" srcId="{7CDE48C5-4C28-4EF3-9711-F584590A8D7D}" destId="{C8CC463F-B247-48EE-89D0-CAB87B511FAF}" srcOrd="1" destOrd="0" presId="urn:microsoft.com/office/officeart/2005/8/layout/orgChart1"/>
    <dgm:cxn modelId="{DE0F623A-6FED-45AD-89F2-028D2E0D7A8C}" type="presParOf" srcId="{72E61429-A021-452E-B2D9-1A517BEA263D}" destId="{F7A51974-EE52-4C4E-9DA0-8C90CB04068B}" srcOrd="1" destOrd="0" presId="urn:microsoft.com/office/officeart/2005/8/layout/orgChart1"/>
    <dgm:cxn modelId="{9EEE0F0F-DD13-44E9-BACF-45FA334D8AF5}" type="presParOf" srcId="{72E61429-A021-452E-B2D9-1A517BEA263D}" destId="{F6BBCA57-4DE9-44E0-B91E-DA2BA026CE75}" srcOrd="2" destOrd="0" presId="urn:microsoft.com/office/officeart/2005/8/layout/orgChart1"/>
    <dgm:cxn modelId="{8A9D0EFE-549F-45DF-929C-F4E1DCB7FB5A}" type="presParOf" srcId="{3A38B47F-5D20-418E-AF69-0FFD0EB0A624}" destId="{60122076-BA58-4F8F-BB39-A2BEA31932E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A4F63E4-BA20-4A74-A8B8-FD46530D3F2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5BF9D3D-57A4-46A5-90BE-797D3615F53F}">
      <dgm:prSet phldrT="[Text]" phldr="0" custT="1"/>
      <dgm:spPr>
        <a:solidFill>
          <a:schemeClr val="accent1"/>
        </a:solidFill>
        <a:ln>
          <a:solidFill>
            <a:schemeClr val="tx1"/>
          </a:solidFill>
        </a:ln>
      </dgm:spPr>
      <dgm:t>
        <a:bodyPr/>
        <a:lstStyle/>
        <a:p>
          <a:r>
            <a:rPr lang="en-IN" sz="2400" dirty="0"/>
            <a:t>Retrieved Docs</a:t>
          </a:r>
        </a:p>
      </dgm:t>
    </dgm:pt>
    <dgm:pt modelId="{3FB9494E-38C2-460F-A19C-076760C9012F}" type="parTrans" cxnId="{26FAB3FB-ED50-47EA-A9DF-AF4A110C934C}">
      <dgm:prSet/>
      <dgm:spPr/>
      <dgm:t>
        <a:bodyPr/>
        <a:lstStyle/>
        <a:p>
          <a:endParaRPr lang="en-IN"/>
        </a:p>
      </dgm:t>
    </dgm:pt>
    <dgm:pt modelId="{176974D5-0356-4CF1-AC9B-854E6D34F1B9}" type="sibTrans" cxnId="{26FAB3FB-ED50-47EA-A9DF-AF4A110C934C}">
      <dgm:prSet/>
      <dgm:spPr/>
      <dgm:t>
        <a:bodyPr/>
        <a:lstStyle/>
        <a:p>
          <a:endParaRPr lang="en-IN"/>
        </a:p>
      </dgm:t>
    </dgm:pt>
    <dgm:pt modelId="{8E3F69E0-3CB2-47BB-A542-684A7FBB8C60}">
      <dgm:prSet phldrT="[Text]" phldr="0"/>
      <dgm:spPr/>
      <dgm:t>
        <a:bodyPr/>
        <a:lstStyle/>
        <a:p>
          <a:r>
            <a:rPr lang="en-IN"/>
            <a:t>Relevant</a:t>
          </a:r>
          <a:endParaRPr lang="en-IN" dirty="0"/>
        </a:p>
      </dgm:t>
    </dgm:pt>
    <dgm:pt modelId="{772CFC14-40EE-4423-931A-998C29C069C8}" type="parTrans" cxnId="{A6CDE282-D78B-4DEB-9C75-B57224366E16}">
      <dgm:prSet/>
      <dgm:spPr/>
      <dgm:t>
        <a:bodyPr/>
        <a:lstStyle/>
        <a:p>
          <a:endParaRPr lang="en-IN"/>
        </a:p>
      </dgm:t>
    </dgm:pt>
    <dgm:pt modelId="{26A34353-E18B-434F-9E9C-E358DFD91BFB}" type="sibTrans" cxnId="{A6CDE282-D78B-4DEB-9C75-B57224366E16}">
      <dgm:prSet/>
      <dgm:spPr/>
      <dgm:t>
        <a:bodyPr/>
        <a:lstStyle/>
        <a:p>
          <a:endParaRPr lang="en-IN"/>
        </a:p>
      </dgm:t>
    </dgm:pt>
    <dgm:pt modelId="{6743142F-F176-4E50-9064-94DFC0BE08A2}">
      <dgm:prSet phldrT="[Text]" phldr="0"/>
      <dgm:spPr/>
      <dgm:t>
        <a:bodyPr/>
        <a:lstStyle/>
        <a:p>
          <a:r>
            <a:rPr lang="en-IN" dirty="0"/>
            <a:t>Non Relevant</a:t>
          </a:r>
        </a:p>
      </dgm:t>
    </dgm:pt>
    <dgm:pt modelId="{31A4CDF7-4517-4C23-A7C7-9C64C724623F}" type="parTrans" cxnId="{66404823-0D4F-4592-AB57-7650017A41A3}">
      <dgm:prSet/>
      <dgm:spPr/>
      <dgm:t>
        <a:bodyPr/>
        <a:lstStyle/>
        <a:p>
          <a:endParaRPr lang="en-IN"/>
        </a:p>
      </dgm:t>
    </dgm:pt>
    <dgm:pt modelId="{B601EE51-B7FF-40F6-8121-36FFB988409B}" type="sibTrans" cxnId="{66404823-0D4F-4592-AB57-7650017A41A3}">
      <dgm:prSet/>
      <dgm:spPr/>
      <dgm:t>
        <a:bodyPr/>
        <a:lstStyle/>
        <a:p>
          <a:endParaRPr lang="en-IN"/>
        </a:p>
      </dgm:t>
    </dgm:pt>
    <dgm:pt modelId="{0F5B3F04-99F6-4A31-B11F-FC4355DB3966}">
      <dgm:prSet phldrT="[Text]" phldr="0"/>
      <dgm:spPr/>
      <dgm:t>
        <a:bodyPr/>
        <a:lstStyle/>
        <a:p>
          <a:r>
            <a:rPr lang="en-IN"/>
            <a:t>Ambiguous</a:t>
          </a:r>
          <a:endParaRPr lang="en-IN" dirty="0"/>
        </a:p>
      </dgm:t>
    </dgm:pt>
    <dgm:pt modelId="{0DEAB536-4BB5-48DE-BA05-813445149A42}" type="parTrans" cxnId="{370621CE-C7B7-48DB-9054-F9B26C24D528}">
      <dgm:prSet/>
      <dgm:spPr/>
      <dgm:t>
        <a:bodyPr/>
        <a:lstStyle/>
        <a:p>
          <a:endParaRPr lang="en-IN"/>
        </a:p>
      </dgm:t>
    </dgm:pt>
    <dgm:pt modelId="{0BDA6592-168C-41AF-858A-BDF2C6FABDF6}" type="sibTrans" cxnId="{370621CE-C7B7-48DB-9054-F9B26C24D528}">
      <dgm:prSet/>
      <dgm:spPr/>
      <dgm:t>
        <a:bodyPr/>
        <a:lstStyle/>
        <a:p>
          <a:endParaRPr lang="en-IN"/>
        </a:p>
      </dgm:t>
    </dgm:pt>
    <dgm:pt modelId="{E30EB7BB-723C-4F47-80F2-64778EB98E83}" type="pres">
      <dgm:prSet presAssocID="{1A4F63E4-BA20-4A74-A8B8-FD46530D3F2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A38B47F-5D20-418E-AF69-0FFD0EB0A624}" type="pres">
      <dgm:prSet presAssocID="{F5BF9D3D-57A4-46A5-90BE-797D3615F53F}" presName="hierRoot1" presStyleCnt="0">
        <dgm:presLayoutVars>
          <dgm:hierBranch val="init"/>
        </dgm:presLayoutVars>
      </dgm:prSet>
      <dgm:spPr/>
    </dgm:pt>
    <dgm:pt modelId="{85D6A80B-EFF9-4321-B98F-B451F291BB61}" type="pres">
      <dgm:prSet presAssocID="{F5BF9D3D-57A4-46A5-90BE-797D3615F53F}" presName="rootComposite1" presStyleCnt="0"/>
      <dgm:spPr/>
    </dgm:pt>
    <dgm:pt modelId="{4D2BE1EB-E3BF-4330-9607-644062499B1B}" type="pres">
      <dgm:prSet presAssocID="{F5BF9D3D-57A4-46A5-90BE-797D3615F53F}" presName="rootText1" presStyleLbl="node0" presStyleIdx="0" presStyleCnt="1">
        <dgm:presLayoutVars>
          <dgm:chPref val="3"/>
        </dgm:presLayoutVars>
      </dgm:prSet>
      <dgm:spPr/>
    </dgm:pt>
    <dgm:pt modelId="{2B2F843E-8F2F-444A-A110-7A8C5BAFAFFA}" type="pres">
      <dgm:prSet presAssocID="{F5BF9D3D-57A4-46A5-90BE-797D3615F53F}" presName="rootConnector1" presStyleLbl="node1" presStyleIdx="0" presStyleCnt="0"/>
      <dgm:spPr/>
    </dgm:pt>
    <dgm:pt modelId="{C88D10AA-0A41-497F-9623-3C89AA31B3C8}" type="pres">
      <dgm:prSet presAssocID="{F5BF9D3D-57A4-46A5-90BE-797D3615F53F}" presName="hierChild2" presStyleCnt="0"/>
      <dgm:spPr/>
    </dgm:pt>
    <dgm:pt modelId="{D2616BD8-1951-432C-BFE2-AE91338E4010}" type="pres">
      <dgm:prSet presAssocID="{772CFC14-40EE-4423-931A-998C29C069C8}" presName="Name37" presStyleLbl="parChTrans1D2" presStyleIdx="0" presStyleCnt="3"/>
      <dgm:spPr/>
    </dgm:pt>
    <dgm:pt modelId="{12D7A29D-5F47-4925-BF61-C752B32AD7A3}" type="pres">
      <dgm:prSet presAssocID="{8E3F69E0-3CB2-47BB-A542-684A7FBB8C60}" presName="hierRoot2" presStyleCnt="0">
        <dgm:presLayoutVars>
          <dgm:hierBranch val="init"/>
        </dgm:presLayoutVars>
      </dgm:prSet>
      <dgm:spPr/>
    </dgm:pt>
    <dgm:pt modelId="{2B8F0698-B18B-42FF-9686-59A6655A3B56}" type="pres">
      <dgm:prSet presAssocID="{8E3F69E0-3CB2-47BB-A542-684A7FBB8C60}" presName="rootComposite" presStyleCnt="0"/>
      <dgm:spPr/>
    </dgm:pt>
    <dgm:pt modelId="{8EEB9725-7304-4E52-A622-B4578750EFD8}" type="pres">
      <dgm:prSet presAssocID="{8E3F69E0-3CB2-47BB-A542-684A7FBB8C60}" presName="rootText" presStyleLbl="node2" presStyleIdx="0" presStyleCnt="3">
        <dgm:presLayoutVars>
          <dgm:chPref val="3"/>
        </dgm:presLayoutVars>
      </dgm:prSet>
      <dgm:spPr/>
    </dgm:pt>
    <dgm:pt modelId="{6325C580-BC6F-4043-A644-7D4E9797E608}" type="pres">
      <dgm:prSet presAssocID="{8E3F69E0-3CB2-47BB-A542-684A7FBB8C60}" presName="rootConnector" presStyleLbl="node2" presStyleIdx="0" presStyleCnt="3"/>
      <dgm:spPr/>
    </dgm:pt>
    <dgm:pt modelId="{AFFE612A-0858-4200-B50D-845A40AE2E09}" type="pres">
      <dgm:prSet presAssocID="{8E3F69E0-3CB2-47BB-A542-684A7FBB8C60}" presName="hierChild4" presStyleCnt="0"/>
      <dgm:spPr/>
    </dgm:pt>
    <dgm:pt modelId="{768128E1-C093-4A4A-BB4E-01B7696AFDE6}" type="pres">
      <dgm:prSet presAssocID="{8E3F69E0-3CB2-47BB-A542-684A7FBB8C60}" presName="hierChild5" presStyleCnt="0"/>
      <dgm:spPr/>
    </dgm:pt>
    <dgm:pt modelId="{355BC530-62D9-417E-A313-B7633D3B7FF6}" type="pres">
      <dgm:prSet presAssocID="{0DEAB536-4BB5-48DE-BA05-813445149A42}" presName="Name37" presStyleLbl="parChTrans1D2" presStyleIdx="1" presStyleCnt="3"/>
      <dgm:spPr/>
    </dgm:pt>
    <dgm:pt modelId="{4B8F4D28-A153-4837-AEF8-689040C869A4}" type="pres">
      <dgm:prSet presAssocID="{0F5B3F04-99F6-4A31-B11F-FC4355DB3966}" presName="hierRoot2" presStyleCnt="0">
        <dgm:presLayoutVars>
          <dgm:hierBranch val="init"/>
        </dgm:presLayoutVars>
      </dgm:prSet>
      <dgm:spPr/>
    </dgm:pt>
    <dgm:pt modelId="{357629D6-20EB-4893-AC26-FD514C9AC3DE}" type="pres">
      <dgm:prSet presAssocID="{0F5B3F04-99F6-4A31-B11F-FC4355DB3966}" presName="rootComposite" presStyleCnt="0"/>
      <dgm:spPr/>
    </dgm:pt>
    <dgm:pt modelId="{926ACE8A-1AF1-4EA0-A97B-0B7DA8EF351C}" type="pres">
      <dgm:prSet presAssocID="{0F5B3F04-99F6-4A31-B11F-FC4355DB3966}" presName="rootText" presStyleLbl="node2" presStyleIdx="1" presStyleCnt="3">
        <dgm:presLayoutVars>
          <dgm:chPref val="3"/>
        </dgm:presLayoutVars>
      </dgm:prSet>
      <dgm:spPr/>
    </dgm:pt>
    <dgm:pt modelId="{1A83497D-79D0-48DA-841B-4502C013FD6F}" type="pres">
      <dgm:prSet presAssocID="{0F5B3F04-99F6-4A31-B11F-FC4355DB3966}" presName="rootConnector" presStyleLbl="node2" presStyleIdx="1" presStyleCnt="3"/>
      <dgm:spPr/>
    </dgm:pt>
    <dgm:pt modelId="{14DC9FFC-D4F2-4197-AFE7-4F4E484CC2A4}" type="pres">
      <dgm:prSet presAssocID="{0F5B3F04-99F6-4A31-B11F-FC4355DB3966}" presName="hierChild4" presStyleCnt="0"/>
      <dgm:spPr/>
    </dgm:pt>
    <dgm:pt modelId="{1C939829-82D3-4882-AA52-40F14C5D1F57}" type="pres">
      <dgm:prSet presAssocID="{0F5B3F04-99F6-4A31-B11F-FC4355DB3966}" presName="hierChild5" presStyleCnt="0"/>
      <dgm:spPr/>
    </dgm:pt>
    <dgm:pt modelId="{BA3ABC7B-12AB-42EE-909A-5A4640D81003}" type="pres">
      <dgm:prSet presAssocID="{31A4CDF7-4517-4C23-A7C7-9C64C724623F}" presName="Name37" presStyleLbl="parChTrans1D2" presStyleIdx="2" presStyleCnt="3"/>
      <dgm:spPr/>
    </dgm:pt>
    <dgm:pt modelId="{72E61429-A021-452E-B2D9-1A517BEA263D}" type="pres">
      <dgm:prSet presAssocID="{6743142F-F176-4E50-9064-94DFC0BE08A2}" presName="hierRoot2" presStyleCnt="0">
        <dgm:presLayoutVars>
          <dgm:hierBranch val="init"/>
        </dgm:presLayoutVars>
      </dgm:prSet>
      <dgm:spPr/>
    </dgm:pt>
    <dgm:pt modelId="{7CDE48C5-4C28-4EF3-9711-F584590A8D7D}" type="pres">
      <dgm:prSet presAssocID="{6743142F-F176-4E50-9064-94DFC0BE08A2}" presName="rootComposite" presStyleCnt="0"/>
      <dgm:spPr/>
    </dgm:pt>
    <dgm:pt modelId="{3F01AFFB-349B-4CE4-8AB3-7DD15597B0B8}" type="pres">
      <dgm:prSet presAssocID="{6743142F-F176-4E50-9064-94DFC0BE08A2}" presName="rootText" presStyleLbl="node2" presStyleIdx="2" presStyleCnt="3">
        <dgm:presLayoutVars>
          <dgm:chPref val="3"/>
        </dgm:presLayoutVars>
      </dgm:prSet>
      <dgm:spPr/>
    </dgm:pt>
    <dgm:pt modelId="{C8CC463F-B247-48EE-89D0-CAB87B511FAF}" type="pres">
      <dgm:prSet presAssocID="{6743142F-F176-4E50-9064-94DFC0BE08A2}" presName="rootConnector" presStyleLbl="node2" presStyleIdx="2" presStyleCnt="3"/>
      <dgm:spPr/>
    </dgm:pt>
    <dgm:pt modelId="{F7A51974-EE52-4C4E-9DA0-8C90CB04068B}" type="pres">
      <dgm:prSet presAssocID="{6743142F-F176-4E50-9064-94DFC0BE08A2}" presName="hierChild4" presStyleCnt="0"/>
      <dgm:spPr/>
    </dgm:pt>
    <dgm:pt modelId="{F6BBCA57-4DE9-44E0-B91E-DA2BA026CE75}" type="pres">
      <dgm:prSet presAssocID="{6743142F-F176-4E50-9064-94DFC0BE08A2}" presName="hierChild5" presStyleCnt="0"/>
      <dgm:spPr/>
    </dgm:pt>
    <dgm:pt modelId="{60122076-BA58-4F8F-BB39-A2BEA31932EF}" type="pres">
      <dgm:prSet presAssocID="{F5BF9D3D-57A4-46A5-90BE-797D3615F53F}" presName="hierChild3" presStyleCnt="0"/>
      <dgm:spPr/>
    </dgm:pt>
  </dgm:ptLst>
  <dgm:cxnLst>
    <dgm:cxn modelId="{66404823-0D4F-4592-AB57-7650017A41A3}" srcId="{F5BF9D3D-57A4-46A5-90BE-797D3615F53F}" destId="{6743142F-F176-4E50-9064-94DFC0BE08A2}" srcOrd="2" destOrd="0" parTransId="{31A4CDF7-4517-4C23-A7C7-9C64C724623F}" sibTransId="{B601EE51-B7FF-40F6-8121-36FFB988409B}"/>
    <dgm:cxn modelId="{758D7B38-1834-41D3-8FC0-98363F8A1DBF}" type="presOf" srcId="{772CFC14-40EE-4423-931A-998C29C069C8}" destId="{D2616BD8-1951-432C-BFE2-AE91338E4010}" srcOrd="0" destOrd="0" presId="urn:microsoft.com/office/officeart/2005/8/layout/orgChart1"/>
    <dgm:cxn modelId="{A5DC483C-A240-4C36-B2AD-B7B8683EF32F}" type="presOf" srcId="{8E3F69E0-3CB2-47BB-A542-684A7FBB8C60}" destId="{6325C580-BC6F-4043-A644-7D4E9797E608}" srcOrd="1" destOrd="0" presId="urn:microsoft.com/office/officeart/2005/8/layout/orgChart1"/>
    <dgm:cxn modelId="{B731D373-B075-457B-95A5-8AE878C6E97C}" type="presOf" srcId="{F5BF9D3D-57A4-46A5-90BE-797D3615F53F}" destId="{4D2BE1EB-E3BF-4330-9607-644062499B1B}" srcOrd="0" destOrd="0" presId="urn:microsoft.com/office/officeart/2005/8/layout/orgChart1"/>
    <dgm:cxn modelId="{A6CDE282-D78B-4DEB-9C75-B57224366E16}" srcId="{F5BF9D3D-57A4-46A5-90BE-797D3615F53F}" destId="{8E3F69E0-3CB2-47BB-A542-684A7FBB8C60}" srcOrd="0" destOrd="0" parTransId="{772CFC14-40EE-4423-931A-998C29C069C8}" sibTransId="{26A34353-E18B-434F-9E9C-E358DFD91BFB}"/>
    <dgm:cxn modelId="{7374548D-F3F2-4EF6-98B5-247508F51D60}" type="presOf" srcId="{1A4F63E4-BA20-4A74-A8B8-FD46530D3F28}" destId="{E30EB7BB-723C-4F47-80F2-64778EB98E83}" srcOrd="0" destOrd="0" presId="urn:microsoft.com/office/officeart/2005/8/layout/orgChart1"/>
    <dgm:cxn modelId="{FD3F9B8D-16E9-4B32-96BE-2309EC6A1973}" type="presOf" srcId="{F5BF9D3D-57A4-46A5-90BE-797D3615F53F}" destId="{2B2F843E-8F2F-444A-A110-7A8C5BAFAFFA}" srcOrd="1" destOrd="0" presId="urn:microsoft.com/office/officeart/2005/8/layout/orgChart1"/>
    <dgm:cxn modelId="{1CB8BD96-7C1C-4DF7-83A9-AA7B2B44B3DD}" type="presOf" srcId="{0F5B3F04-99F6-4A31-B11F-FC4355DB3966}" destId="{926ACE8A-1AF1-4EA0-A97B-0B7DA8EF351C}" srcOrd="0" destOrd="0" presId="urn:microsoft.com/office/officeart/2005/8/layout/orgChart1"/>
    <dgm:cxn modelId="{9259599A-B71D-40F7-8BC6-F34A80D308DA}" type="presOf" srcId="{0DEAB536-4BB5-48DE-BA05-813445149A42}" destId="{355BC530-62D9-417E-A313-B7633D3B7FF6}" srcOrd="0" destOrd="0" presId="urn:microsoft.com/office/officeart/2005/8/layout/orgChart1"/>
    <dgm:cxn modelId="{48F971B8-CCE9-48C5-917E-08F1B1462CC0}" type="presOf" srcId="{8E3F69E0-3CB2-47BB-A542-684A7FBB8C60}" destId="{8EEB9725-7304-4E52-A622-B4578750EFD8}" srcOrd="0" destOrd="0" presId="urn:microsoft.com/office/officeart/2005/8/layout/orgChart1"/>
    <dgm:cxn modelId="{73D56CB9-CB31-41E4-BB2C-B4A7CD6E64AA}" type="presOf" srcId="{31A4CDF7-4517-4C23-A7C7-9C64C724623F}" destId="{BA3ABC7B-12AB-42EE-909A-5A4640D81003}" srcOrd="0" destOrd="0" presId="urn:microsoft.com/office/officeart/2005/8/layout/orgChart1"/>
    <dgm:cxn modelId="{496ABABE-6B71-49AB-8FAE-4802F6F8A4A3}" type="presOf" srcId="{6743142F-F176-4E50-9064-94DFC0BE08A2}" destId="{3F01AFFB-349B-4CE4-8AB3-7DD15597B0B8}" srcOrd="0" destOrd="0" presId="urn:microsoft.com/office/officeart/2005/8/layout/orgChart1"/>
    <dgm:cxn modelId="{B0AFF2CC-AB85-40E1-B657-2EFC3265613D}" type="presOf" srcId="{6743142F-F176-4E50-9064-94DFC0BE08A2}" destId="{C8CC463F-B247-48EE-89D0-CAB87B511FAF}" srcOrd="1" destOrd="0" presId="urn:microsoft.com/office/officeart/2005/8/layout/orgChart1"/>
    <dgm:cxn modelId="{370621CE-C7B7-48DB-9054-F9B26C24D528}" srcId="{F5BF9D3D-57A4-46A5-90BE-797D3615F53F}" destId="{0F5B3F04-99F6-4A31-B11F-FC4355DB3966}" srcOrd="1" destOrd="0" parTransId="{0DEAB536-4BB5-48DE-BA05-813445149A42}" sibTransId="{0BDA6592-168C-41AF-858A-BDF2C6FABDF6}"/>
    <dgm:cxn modelId="{0D4DA0DD-466D-4713-96E7-71C8F389A7CC}" type="presOf" srcId="{0F5B3F04-99F6-4A31-B11F-FC4355DB3966}" destId="{1A83497D-79D0-48DA-841B-4502C013FD6F}" srcOrd="1" destOrd="0" presId="urn:microsoft.com/office/officeart/2005/8/layout/orgChart1"/>
    <dgm:cxn modelId="{26FAB3FB-ED50-47EA-A9DF-AF4A110C934C}" srcId="{1A4F63E4-BA20-4A74-A8B8-FD46530D3F28}" destId="{F5BF9D3D-57A4-46A5-90BE-797D3615F53F}" srcOrd="0" destOrd="0" parTransId="{3FB9494E-38C2-460F-A19C-076760C9012F}" sibTransId="{176974D5-0356-4CF1-AC9B-854E6D34F1B9}"/>
    <dgm:cxn modelId="{2BCC374F-2A0A-48FE-A090-C1590EC9DB17}" type="presParOf" srcId="{E30EB7BB-723C-4F47-80F2-64778EB98E83}" destId="{3A38B47F-5D20-418E-AF69-0FFD0EB0A624}" srcOrd="0" destOrd="0" presId="urn:microsoft.com/office/officeart/2005/8/layout/orgChart1"/>
    <dgm:cxn modelId="{B9E4D83F-52B1-4534-9850-F6878232AA6D}" type="presParOf" srcId="{3A38B47F-5D20-418E-AF69-0FFD0EB0A624}" destId="{85D6A80B-EFF9-4321-B98F-B451F291BB61}" srcOrd="0" destOrd="0" presId="urn:microsoft.com/office/officeart/2005/8/layout/orgChart1"/>
    <dgm:cxn modelId="{4928A3B2-1AF6-4A93-B9B8-54FB9C8E3344}" type="presParOf" srcId="{85D6A80B-EFF9-4321-B98F-B451F291BB61}" destId="{4D2BE1EB-E3BF-4330-9607-644062499B1B}" srcOrd="0" destOrd="0" presId="urn:microsoft.com/office/officeart/2005/8/layout/orgChart1"/>
    <dgm:cxn modelId="{C74E56AA-FDD4-4858-BC5C-7B49C1959544}" type="presParOf" srcId="{85D6A80B-EFF9-4321-B98F-B451F291BB61}" destId="{2B2F843E-8F2F-444A-A110-7A8C5BAFAFFA}" srcOrd="1" destOrd="0" presId="urn:microsoft.com/office/officeart/2005/8/layout/orgChart1"/>
    <dgm:cxn modelId="{2BBB7F6D-FD1F-4DF5-AA9E-07238F255E08}" type="presParOf" srcId="{3A38B47F-5D20-418E-AF69-0FFD0EB0A624}" destId="{C88D10AA-0A41-497F-9623-3C89AA31B3C8}" srcOrd="1" destOrd="0" presId="urn:microsoft.com/office/officeart/2005/8/layout/orgChart1"/>
    <dgm:cxn modelId="{FB1741AB-E724-4612-86C8-737CEE038577}" type="presParOf" srcId="{C88D10AA-0A41-497F-9623-3C89AA31B3C8}" destId="{D2616BD8-1951-432C-BFE2-AE91338E4010}" srcOrd="0" destOrd="0" presId="urn:microsoft.com/office/officeart/2005/8/layout/orgChart1"/>
    <dgm:cxn modelId="{262C6BDF-D46A-4484-865D-14930F065DA2}" type="presParOf" srcId="{C88D10AA-0A41-497F-9623-3C89AA31B3C8}" destId="{12D7A29D-5F47-4925-BF61-C752B32AD7A3}" srcOrd="1" destOrd="0" presId="urn:microsoft.com/office/officeart/2005/8/layout/orgChart1"/>
    <dgm:cxn modelId="{814272E0-1E0E-4ABA-B126-33B1879163D7}" type="presParOf" srcId="{12D7A29D-5F47-4925-BF61-C752B32AD7A3}" destId="{2B8F0698-B18B-42FF-9686-59A6655A3B56}" srcOrd="0" destOrd="0" presId="urn:microsoft.com/office/officeart/2005/8/layout/orgChart1"/>
    <dgm:cxn modelId="{C26FE9CC-3A2B-4413-BEB9-5D083C41DF17}" type="presParOf" srcId="{2B8F0698-B18B-42FF-9686-59A6655A3B56}" destId="{8EEB9725-7304-4E52-A622-B4578750EFD8}" srcOrd="0" destOrd="0" presId="urn:microsoft.com/office/officeart/2005/8/layout/orgChart1"/>
    <dgm:cxn modelId="{F399DF59-2D77-47FB-A256-C0383E976238}" type="presParOf" srcId="{2B8F0698-B18B-42FF-9686-59A6655A3B56}" destId="{6325C580-BC6F-4043-A644-7D4E9797E608}" srcOrd="1" destOrd="0" presId="urn:microsoft.com/office/officeart/2005/8/layout/orgChart1"/>
    <dgm:cxn modelId="{B9EEC3F2-D4FE-4CF6-BBB7-B7221D5AEA9B}" type="presParOf" srcId="{12D7A29D-5F47-4925-BF61-C752B32AD7A3}" destId="{AFFE612A-0858-4200-B50D-845A40AE2E09}" srcOrd="1" destOrd="0" presId="urn:microsoft.com/office/officeart/2005/8/layout/orgChart1"/>
    <dgm:cxn modelId="{4915BFE3-91EE-4E12-A217-A792B247E22C}" type="presParOf" srcId="{12D7A29D-5F47-4925-BF61-C752B32AD7A3}" destId="{768128E1-C093-4A4A-BB4E-01B7696AFDE6}" srcOrd="2" destOrd="0" presId="urn:microsoft.com/office/officeart/2005/8/layout/orgChart1"/>
    <dgm:cxn modelId="{840B588E-3B38-42F3-822B-5C85A2929B95}" type="presParOf" srcId="{C88D10AA-0A41-497F-9623-3C89AA31B3C8}" destId="{355BC530-62D9-417E-A313-B7633D3B7FF6}" srcOrd="2" destOrd="0" presId="urn:microsoft.com/office/officeart/2005/8/layout/orgChart1"/>
    <dgm:cxn modelId="{F928B825-318F-4A11-AEBE-3978D73D8F0F}" type="presParOf" srcId="{C88D10AA-0A41-497F-9623-3C89AA31B3C8}" destId="{4B8F4D28-A153-4837-AEF8-689040C869A4}" srcOrd="3" destOrd="0" presId="urn:microsoft.com/office/officeart/2005/8/layout/orgChart1"/>
    <dgm:cxn modelId="{D9BE36CD-5F9E-431F-8DD2-8E9BDD02855D}" type="presParOf" srcId="{4B8F4D28-A153-4837-AEF8-689040C869A4}" destId="{357629D6-20EB-4893-AC26-FD514C9AC3DE}" srcOrd="0" destOrd="0" presId="urn:microsoft.com/office/officeart/2005/8/layout/orgChart1"/>
    <dgm:cxn modelId="{38AD120C-4943-47C7-9531-E1F93D9B5689}" type="presParOf" srcId="{357629D6-20EB-4893-AC26-FD514C9AC3DE}" destId="{926ACE8A-1AF1-4EA0-A97B-0B7DA8EF351C}" srcOrd="0" destOrd="0" presId="urn:microsoft.com/office/officeart/2005/8/layout/orgChart1"/>
    <dgm:cxn modelId="{4BA72158-3628-4C13-9DCD-A9B93E629BBF}" type="presParOf" srcId="{357629D6-20EB-4893-AC26-FD514C9AC3DE}" destId="{1A83497D-79D0-48DA-841B-4502C013FD6F}" srcOrd="1" destOrd="0" presId="urn:microsoft.com/office/officeart/2005/8/layout/orgChart1"/>
    <dgm:cxn modelId="{1F42AECF-3330-4FB5-A78B-A7BCE9AB734E}" type="presParOf" srcId="{4B8F4D28-A153-4837-AEF8-689040C869A4}" destId="{14DC9FFC-D4F2-4197-AFE7-4F4E484CC2A4}" srcOrd="1" destOrd="0" presId="urn:microsoft.com/office/officeart/2005/8/layout/orgChart1"/>
    <dgm:cxn modelId="{7563C088-D590-4463-AA79-852A5FD7A9C7}" type="presParOf" srcId="{4B8F4D28-A153-4837-AEF8-689040C869A4}" destId="{1C939829-82D3-4882-AA52-40F14C5D1F57}" srcOrd="2" destOrd="0" presId="urn:microsoft.com/office/officeart/2005/8/layout/orgChart1"/>
    <dgm:cxn modelId="{440DB63D-FCD0-44D8-9B5C-4233FFD2A8B2}" type="presParOf" srcId="{C88D10AA-0A41-497F-9623-3C89AA31B3C8}" destId="{BA3ABC7B-12AB-42EE-909A-5A4640D81003}" srcOrd="4" destOrd="0" presId="urn:microsoft.com/office/officeart/2005/8/layout/orgChart1"/>
    <dgm:cxn modelId="{047D8A11-E72B-45C7-AADA-CDC03A86E3F0}" type="presParOf" srcId="{C88D10AA-0A41-497F-9623-3C89AA31B3C8}" destId="{72E61429-A021-452E-B2D9-1A517BEA263D}" srcOrd="5" destOrd="0" presId="urn:microsoft.com/office/officeart/2005/8/layout/orgChart1"/>
    <dgm:cxn modelId="{32AAB891-3B52-4D9E-AE7D-11A88EDC8A8C}" type="presParOf" srcId="{72E61429-A021-452E-B2D9-1A517BEA263D}" destId="{7CDE48C5-4C28-4EF3-9711-F584590A8D7D}" srcOrd="0" destOrd="0" presId="urn:microsoft.com/office/officeart/2005/8/layout/orgChart1"/>
    <dgm:cxn modelId="{472DCF3A-DB2A-464F-83DE-3C53D7D73DD8}" type="presParOf" srcId="{7CDE48C5-4C28-4EF3-9711-F584590A8D7D}" destId="{3F01AFFB-349B-4CE4-8AB3-7DD15597B0B8}" srcOrd="0" destOrd="0" presId="urn:microsoft.com/office/officeart/2005/8/layout/orgChart1"/>
    <dgm:cxn modelId="{BD69E14E-EC51-4611-8063-53FE0A2A0DC5}" type="presParOf" srcId="{7CDE48C5-4C28-4EF3-9711-F584590A8D7D}" destId="{C8CC463F-B247-48EE-89D0-CAB87B511FAF}" srcOrd="1" destOrd="0" presId="urn:microsoft.com/office/officeart/2005/8/layout/orgChart1"/>
    <dgm:cxn modelId="{DE0F623A-6FED-45AD-89F2-028D2E0D7A8C}" type="presParOf" srcId="{72E61429-A021-452E-B2D9-1A517BEA263D}" destId="{F7A51974-EE52-4C4E-9DA0-8C90CB04068B}" srcOrd="1" destOrd="0" presId="urn:microsoft.com/office/officeart/2005/8/layout/orgChart1"/>
    <dgm:cxn modelId="{9EEE0F0F-DD13-44E9-BACF-45FA334D8AF5}" type="presParOf" srcId="{72E61429-A021-452E-B2D9-1A517BEA263D}" destId="{F6BBCA57-4DE9-44E0-B91E-DA2BA026CE75}" srcOrd="2" destOrd="0" presId="urn:microsoft.com/office/officeart/2005/8/layout/orgChart1"/>
    <dgm:cxn modelId="{8A9D0EFE-549F-45DF-929C-F4E1DCB7FB5A}" type="presParOf" srcId="{3A38B47F-5D20-418E-AF69-0FFD0EB0A624}" destId="{60122076-BA58-4F8F-BB39-A2BEA31932E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A4F63E4-BA20-4A74-A8B8-FD46530D3F2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5BF9D3D-57A4-46A5-90BE-797D3615F53F}">
      <dgm:prSet phldrT="[Text]" phldr="0" custT="1"/>
      <dgm:spPr>
        <a:solidFill>
          <a:schemeClr val="accent1"/>
        </a:solidFill>
        <a:ln>
          <a:solidFill>
            <a:schemeClr val="tx1"/>
          </a:solidFill>
        </a:ln>
      </dgm:spPr>
      <dgm:t>
        <a:bodyPr/>
        <a:lstStyle/>
        <a:p>
          <a:r>
            <a:rPr lang="en-IN" sz="2400" dirty="0"/>
            <a:t>Retrieved Docs</a:t>
          </a:r>
        </a:p>
      </dgm:t>
    </dgm:pt>
    <dgm:pt modelId="{3FB9494E-38C2-460F-A19C-076760C9012F}" type="parTrans" cxnId="{26FAB3FB-ED50-47EA-A9DF-AF4A110C934C}">
      <dgm:prSet/>
      <dgm:spPr/>
      <dgm:t>
        <a:bodyPr/>
        <a:lstStyle/>
        <a:p>
          <a:endParaRPr lang="en-IN"/>
        </a:p>
      </dgm:t>
    </dgm:pt>
    <dgm:pt modelId="{176974D5-0356-4CF1-AC9B-854E6D34F1B9}" type="sibTrans" cxnId="{26FAB3FB-ED50-47EA-A9DF-AF4A110C934C}">
      <dgm:prSet/>
      <dgm:spPr/>
      <dgm:t>
        <a:bodyPr/>
        <a:lstStyle/>
        <a:p>
          <a:endParaRPr lang="en-IN"/>
        </a:p>
      </dgm:t>
    </dgm:pt>
    <dgm:pt modelId="{8E3F69E0-3CB2-47BB-A542-684A7FBB8C60}">
      <dgm:prSet phldrT="[Text]" phldr="0"/>
      <dgm:spPr/>
      <dgm:t>
        <a:bodyPr/>
        <a:lstStyle/>
        <a:p>
          <a:r>
            <a:rPr lang="en-IN"/>
            <a:t>Relevant</a:t>
          </a:r>
          <a:endParaRPr lang="en-IN" dirty="0"/>
        </a:p>
      </dgm:t>
    </dgm:pt>
    <dgm:pt modelId="{772CFC14-40EE-4423-931A-998C29C069C8}" type="parTrans" cxnId="{A6CDE282-D78B-4DEB-9C75-B57224366E16}">
      <dgm:prSet/>
      <dgm:spPr/>
      <dgm:t>
        <a:bodyPr/>
        <a:lstStyle/>
        <a:p>
          <a:endParaRPr lang="en-IN"/>
        </a:p>
      </dgm:t>
    </dgm:pt>
    <dgm:pt modelId="{26A34353-E18B-434F-9E9C-E358DFD91BFB}" type="sibTrans" cxnId="{A6CDE282-D78B-4DEB-9C75-B57224366E16}">
      <dgm:prSet/>
      <dgm:spPr/>
      <dgm:t>
        <a:bodyPr/>
        <a:lstStyle/>
        <a:p>
          <a:endParaRPr lang="en-IN"/>
        </a:p>
      </dgm:t>
    </dgm:pt>
    <dgm:pt modelId="{6743142F-F176-4E50-9064-94DFC0BE08A2}">
      <dgm:prSet phldrT="[Text]" phldr="0"/>
      <dgm:spPr/>
      <dgm:t>
        <a:bodyPr/>
        <a:lstStyle/>
        <a:p>
          <a:r>
            <a:rPr lang="en-IN" dirty="0"/>
            <a:t>Non Relevant</a:t>
          </a:r>
        </a:p>
      </dgm:t>
    </dgm:pt>
    <dgm:pt modelId="{31A4CDF7-4517-4C23-A7C7-9C64C724623F}" type="parTrans" cxnId="{66404823-0D4F-4592-AB57-7650017A41A3}">
      <dgm:prSet/>
      <dgm:spPr/>
      <dgm:t>
        <a:bodyPr/>
        <a:lstStyle/>
        <a:p>
          <a:endParaRPr lang="en-IN"/>
        </a:p>
      </dgm:t>
    </dgm:pt>
    <dgm:pt modelId="{B601EE51-B7FF-40F6-8121-36FFB988409B}" type="sibTrans" cxnId="{66404823-0D4F-4592-AB57-7650017A41A3}">
      <dgm:prSet/>
      <dgm:spPr/>
      <dgm:t>
        <a:bodyPr/>
        <a:lstStyle/>
        <a:p>
          <a:endParaRPr lang="en-IN"/>
        </a:p>
      </dgm:t>
    </dgm:pt>
    <dgm:pt modelId="{0F5B3F04-99F6-4A31-B11F-FC4355DB3966}">
      <dgm:prSet phldrT="[Text]" phldr="0"/>
      <dgm:spPr/>
      <dgm:t>
        <a:bodyPr/>
        <a:lstStyle/>
        <a:p>
          <a:r>
            <a:rPr lang="en-IN"/>
            <a:t>Ambiguous</a:t>
          </a:r>
          <a:endParaRPr lang="en-IN" dirty="0"/>
        </a:p>
      </dgm:t>
    </dgm:pt>
    <dgm:pt modelId="{0DEAB536-4BB5-48DE-BA05-813445149A42}" type="parTrans" cxnId="{370621CE-C7B7-48DB-9054-F9B26C24D528}">
      <dgm:prSet/>
      <dgm:spPr/>
      <dgm:t>
        <a:bodyPr/>
        <a:lstStyle/>
        <a:p>
          <a:endParaRPr lang="en-IN"/>
        </a:p>
      </dgm:t>
    </dgm:pt>
    <dgm:pt modelId="{0BDA6592-168C-41AF-858A-BDF2C6FABDF6}" type="sibTrans" cxnId="{370621CE-C7B7-48DB-9054-F9B26C24D528}">
      <dgm:prSet/>
      <dgm:spPr/>
      <dgm:t>
        <a:bodyPr/>
        <a:lstStyle/>
        <a:p>
          <a:endParaRPr lang="en-IN"/>
        </a:p>
      </dgm:t>
    </dgm:pt>
    <dgm:pt modelId="{E30EB7BB-723C-4F47-80F2-64778EB98E83}" type="pres">
      <dgm:prSet presAssocID="{1A4F63E4-BA20-4A74-A8B8-FD46530D3F2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A38B47F-5D20-418E-AF69-0FFD0EB0A624}" type="pres">
      <dgm:prSet presAssocID="{F5BF9D3D-57A4-46A5-90BE-797D3615F53F}" presName="hierRoot1" presStyleCnt="0">
        <dgm:presLayoutVars>
          <dgm:hierBranch val="init"/>
        </dgm:presLayoutVars>
      </dgm:prSet>
      <dgm:spPr/>
    </dgm:pt>
    <dgm:pt modelId="{85D6A80B-EFF9-4321-B98F-B451F291BB61}" type="pres">
      <dgm:prSet presAssocID="{F5BF9D3D-57A4-46A5-90BE-797D3615F53F}" presName="rootComposite1" presStyleCnt="0"/>
      <dgm:spPr/>
    </dgm:pt>
    <dgm:pt modelId="{4D2BE1EB-E3BF-4330-9607-644062499B1B}" type="pres">
      <dgm:prSet presAssocID="{F5BF9D3D-57A4-46A5-90BE-797D3615F53F}" presName="rootText1" presStyleLbl="node0" presStyleIdx="0" presStyleCnt="1">
        <dgm:presLayoutVars>
          <dgm:chPref val="3"/>
        </dgm:presLayoutVars>
      </dgm:prSet>
      <dgm:spPr/>
    </dgm:pt>
    <dgm:pt modelId="{2B2F843E-8F2F-444A-A110-7A8C5BAFAFFA}" type="pres">
      <dgm:prSet presAssocID="{F5BF9D3D-57A4-46A5-90BE-797D3615F53F}" presName="rootConnector1" presStyleLbl="node1" presStyleIdx="0" presStyleCnt="0"/>
      <dgm:spPr/>
    </dgm:pt>
    <dgm:pt modelId="{C88D10AA-0A41-497F-9623-3C89AA31B3C8}" type="pres">
      <dgm:prSet presAssocID="{F5BF9D3D-57A4-46A5-90BE-797D3615F53F}" presName="hierChild2" presStyleCnt="0"/>
      <dgm:spPr/>
    </dgm:pt>
    <dgm:pt modelId="{D2616BD8-1951-432C-BFE2-AE91338E4010}" type="pres">
      <dgm:prSet presAssocID="{772CFC14-40EE-4423-931A-998C29C069C8}" presName="Name37" presStyleLbl="parChTrans1D2" presStyleIdx="0" presStyleCnt="3"/>
      <dgm:spPr/>
    </dgm:pt>
    <dgm:pt modelId="{12D7A29D-5F47-4925-BF61-C752B32AD7A3}" type="pres">
      <dgm:prSet presAssocID="{8E3F69E0-3CB2-47BB-A542-684A7FBB8C60}" presName="hierRoot2" presStyleCnt="0">
        <dgm:presLayoutVars>
          <dgm:hierBranch val="init"/>
        </dgm:presLayoutVars>
      </dgm:prSet>
      <dgm:spPr/>
    </dgm:pt>
    <dgm:pt modelId="{2B8F0698-B18B-42FF-9686-59A6655A3B56}" type="pres">
      <dgm:prSet presAssocID="{8E3F69E0-3CB2-47BB-A542-684A7FBB8C60}" presName="rootComposite" presStyleCnt="0"/>
      <dgm:spPr/>
    </dgm:pt>
    <dgm:pt modelId="{8EEB9725-7304-4E52-A622-B4578750EFD8}" type="pres">
      <dgm:prSet presAssocID="{8E3F69E0-3CB2-47BB-A542-684A7FBB8C60}" presName="rootText" presStyleLbl="node2" presStyleIdx="0" presStyleCnt="3">
        <dgm:presLayoutVars>
          <dgm:chPref val="3"/>
        </dgm:presLayoutVars>
      </dgm:prSet>
      <dgm:spPr/>
    </dgm:pt>
    <dgm:pt modelId="{6325C580-BC6F-4043-A644-7D4E9797E608}" type="pres">
      <dgm:prSet presAssocID="{8E3F69E0-3CB2-47BB-A542-684A7FBB8C60}" presName="rootConnector" presStyleLbl="node2" presStyleIdx="0" presStyleCnt="3"/>
      <dgm:spPr/>
    </dgm:pt>
    <dgm:pt modelId="{AFFE612A-0858-4200-B50D-845A40AE2E09}" type="pres">
      <dgm:prSet presAssocID="{8E3F69E0-3CB2-47BB-A542-684A7FBB8C60}" presName="hierChild4" presStyleCnt="0"/>
      <dgm:spPr/>
    </dgm:pt>
    <dgm:pt modelId="{768128E1-C093-4A4A-BB4E-01B7696AFDE6}" type="pres">
      <dgm:prSet presAssocID="{8E3F69E0-3CB2-47BB-A542-684A7FBB8C60}" presName="hierChild5" presStyleCnt="0"/>
      <dgm:spPr/>
    </dgm:pt>
    <dgm:pt modelId="{355BC530-62D9-417E-A313-B7633D3B7FF6}" type="pres">
      <dgm:prSet presAssocID="{0DEAB536-4BB5-48DE-BA05-813445149A42}" presName="Name37" presStyleLbl="parChTrans1D2" presStyleIdx="1" presStyleCnt="3"/>
      <dgm:spPr/>
    </dgm:pt>
    <dgm:pt modelId="{4B8F4D28-A153-4837-AEF8-689040C869A4}" type="pres">
      <dgm:prSet presAssocID="{0F5B3F04-99F6-4A31-B11F-FC4355DB3966}" presName="hierRoot2" presStyleCnt="0">
        <dgm:presLayoutVars>
          <dgm:hierBranch val="init"/>
        </dgm:presLayoutVars>
      </dgm:prSet>
      <dgm:spPr/>
    </dgm:pt>
    <dgm:pt modelId="{357629D6-20EB-4893-AC26-FD514C9AC3DE}" type="pres">
      <dgm:prSet presAssocID="{0F5B3F04-99F6-4A31-B11F-FC4355DB3966}" presName="rootComposite" presStyleCnt="0"/>
      <dgm:spPr/>
    </dgm:pt>
    <dgm:pt modelId="{926ACE8A-1AF1-4EA0-A97B-0B7DA8EF351C}" type="pres">
      <dgm:prSet presAssocID="{0F5B3F04-99F6-4A31-B11F-FC4355DB3966}" presName="rootText" presStyleLbl="node2" presStyleIdx="1" presStyleCnt="3">
        <dgm:presLayoutVars>
          <dgm:chPref val="3"/>
        </dgm:presLayoutVars>
      </dgm:prSet>
      <dgm:spPr/>
    </dgm:pt>
    <dgm:pt modelId="{1A83497D-79D0-48DA-841B-4502C013FD6F}" type="pres">
      <dgm:prSet presAssocID="{0F5B3F04-99F6-4A31-B11F-FC4355DB3966}" presName="rootConnector" presStyleLbl="node2" presStyleIdx="1" presStyleCnt="3"/>
      <dgm:spPr/>
    </dgm:pt>
    <dgm:pt modelId="{14DC9FFC-D4F2-4197-AFE7-4F4E484CC2A4}" type="pres">
      <dgm:prSet presAssocID="{0F5B3F04-99F6-4A31-B11F-FC4355DB3966}" presName="hierChild4" presStyleCnt="0"/>
      <dgm:spPr/>
    </dgm:pt>
    <dgm:pt modelId="{1C939829-82D3-4882-AA52-40F14C5D1F57}" type="pres">
      <dgm:prSet presAssocID="{0F5B3F04-99F6-4A31-B11F-FC4355DB3966}" presName="hierChild5" presStyleCnt="0"/>
      <dgm:spPr/>
    </dgm:pt>
    <dgm:pt modelId="{BA3ABC7B-12AB-42EE-909A-5A4640D81003}" type="pres">
      <dgm:prSet presAssocID="{31A4CDF7-4517-4C23-A7C7-9C64C724623F}" presName="Name37" presStyleLbl="parChTrans1D2" presStyleIdx="2" presStyleCnt="3"/>
      <dgm:spPr/>
    </dgm:pt>
    <dgm:pt modelId="{72E61429-A021-452E-B2D9-1A517BEA263D}" type="pres">
      <dgm:prSet presAssocID="{6743142F-F176-4E50-9064-94DFC0BE08A2}" presName="hierRoot2" presStyleCnt="0">
        <dgm:presLayoutVars>
          <dgm:hierBranch val="init"/>
        </dgm:presLayoutVars>
      </dgm:prSet>
      <dgm:spPr/>
    </dgm:pt>
    <dgm:pt modelId="{7CDE48C5-4C28-4EF3-9711-F584590A8D7D}" type="pres">
      <dgm:prSet presAssocID="{6743142F-F176-4E50-9064-94DFC0BE08A2}" presName="rootComposite" presStyleCnt="0"/>
      <dgm:spPr/>
    </dgm:pt>
    <dgm:pt modelId="{3F01AFFB-349B-4CE4-8AB3-7DD15597B0B8}" type="pres">
      <dgm:prSet presAssocID="{6743142F-F176-4E50-9064-94DFC0BE08A2}" presName="rootText" presStyleLbl="node2" presStyleIdx="2" presStyleCnt="3">
        <dgm:presLayoutVars>
          <dgm:chPref val="3"/>
        </dgm:presLayoutVars>
      </dgm:prSet>
      <dgm:spPr/>
    </dgm:pt>
    <dgm:pt modelId="{C8CC463F-B247-48EE-89D0-CAB87B511FAF}" type="pres">
      <dgm:prSet presAssocID="{6743142F-F176-4E50-9064-94DFC0BE08A2}" presName="rootConnector" presStyleLbl="node2" presStyleIdx="2" presStyleCnt="3"/>
      <dgm:spPr/>
    </dgm:pt>
    <dgm:pt modelId="{F7A51974-EE52-4C4E-9DA0-8C90CB04068B}" type="pres">
      <dgm:prSet presAssocID="{6743142F-F176-4E50-9064-94DFC0BE08A2}" presName="hierChild4" presStyleCnt="0"/>
      <dgm:spPr/>
    </dgm:pt>
    <dgm:pt modelId="{F6BBCA57-4DE9-44E0-B91E-DA2BA026CE75}" type="pres">
      <dgm:prSet presAssocID="{6743142F-F176-4E50-9064-94DFC0BE08A2}" presName="hierChild5" presStyleCnt="0"/>
      <dgm:spPr/>
    </dgm:pt>
    <dgm:pt modelId="{60122076-BA58-4F8F-BB39-A2BEA31932EF}" type="pres">
      <dgm:prSet presAssocID="{F5BF9D3D-57A4-46A5-90BE-797D3615F53F}" presName="hierChild3" presStyleCnt="0"/>
      <dgm:spPr/>
    </dgm:pt>
  </dgm:ptLst>
  <dgm:cxnLst>
    <dgm:cxn modelId="{66404823-0D4F-4592-AB57-7650017A41A3}" srcId="{F5BF9D3D-57A4-46A5-90BE-797D3615F53F}" destId="{6743142F-F176-4E50-9064-94DFC0BE08A2}" srcOrd="2" destOrd="0" parTransId="{31A4CDF7-4517-4C23-A7C7-9C64C724623F}" sibTransId="{B601EE51-B7FF-40F6-8121-36FFB988409B}"/>
    <dgm:cxn modelId="{758D7B38-1834-41D3-8FC0-98363F8A1DBF}" type="presOf" srcId="{772CFC14-40EE-4423-931A-998C29C069C8}" destId="{D2616BD8-1951-432C-BFE2-AE91338E4010}" srcOrd="0" destOrd="0" presId="urn:microsoft.com/office/officeart/2005/8/layout/orgChart1"/>
    <dgm:cxn modelId="{A5DC483C-A240-4C36-B2AD-B7B8683EF32F}" type="presOf" srcId="{8E3F69E0-3CB2-47BB-A542-684A7FBB8C60}" destId="{6325C580-BC6F-4043-A644-7D4E9797E608}" srcOrd="1" destOrd="0" presId="urn:microsoft.com/office/officeart/2005/8/layout/orgChart1"/>
    <dgm:cxn modelId="{B731D373-B075-457B-95A5-8AE878C6E97C}" type="presOf" srcId="{F5BF9D3D-57A4-46A5-90BE-797D3615F53F}" destId="{4D2BE1EB-E3BF-4330-9607-644062499B1B}" srcOrd="0" destOrd="0" presId="urn:microsoft.com/office/officeart/2005/8/layout/orgChart1"/>
    <dgm:cxn modelId="{A6CDE282-D78B-4DEB-9C75-B57224366E16}" srcId="{F5BF9D3D-57A4-46A5-90BE-797D3615F53F}" destId="{8E3F69E0-3CB2-47BB-A542-684A7FBB8C60}" srcOrd="0" destOrd="0" parTransId="{772CFC14-40EE-4423-931A-998C29C069C8}" sibTransId="{26A34353-E18B-434F-9E9C-E358DFD91BFB}"/>
    <dgm:cxn modelId="{7374548D-F3F2-4EF6-98B5-247508F51D60}" type="presOf" srcId="{1A4F63E4-BA20-4A74-A8B8-FD46530D3F28}" destId="{E30EB7BB-723C-4F47-80F2-64778EB98E83}" srcOrd="0" destOrd="0" presId="urn:microsoft.com/office/officeart/2005/8/layout/orgChart1"/>
    <dgm:cxn modelId="{FD3F9B8D-16E9-4B32-96BE-2309EC6A1973}" type="presOf" srcId="{F5BF9D3D-57A4-46A5-90BE-797D3615F53F}" destId="{2B2F843E-8F2F-444A-A110-7A8C5BAFAFFA}" srcOrd="1" destOrd="0" presId="urn:microsoft.com/office/officeart/2005/8/layout/orgChart1"/>
    <dgm:cxn modelId="{1CB8BD96-7C1C-4DF7-83A9-AA7B2B44B3DD}" type="presOf" srcId="{0F5B3F04-99F6-4A31-B11F-FC4355DB3966}" destId="{926ACE8A-1AF1-4EA0-A97B-0B7DA8EF351C}" srcOrd="0" destOrd="0" presId="urn:microsoft.com/office/officeart/2005/8/layout/orgChart1"/>
    <dgm:cxn modelId="{9259599A-B71D-40F7-8BC6-F34A80D308DA}" type="presOf" srcId="{0DEAB536-4BB5-48DE-BA05-813445149A42}" destId="{355BC530-62D9-417E-A313-B7633D3B7FF6}" srcOrd="0" destOrd="0" presId="urn:microsoft.com/office/officeart/2005/8/layout/orgChart1"/>
    <dgm:cxn modelId="{48F971B8-CCE9-48C5-917E-08F1B1462CC0}" type="presOf" srcId="{8E3F69E0-3CB2-47BB-A542-684A7FBB8C60}" destId="{8EEB9725-7304-4E52-A622-B4578750EFD8}" srcOrd="0" destOrd="0" presId="urn:microsoft.com/office/officeart/2005/8/layout/orgChart1"/>
    <dgm:cxn modelId="{73D56CB9-CB31-41E4-BB2C-B4A7CD6E64AA}" type="presOf" srcId="{31A4CDF7-4517-4C23-A7C7-9C64C724623F}" destId="{BA3ABC7B-12AB-42EE-909A-5A4640D81003}" srcOrd="0" destOrd="0" presId="urn:microsoft.com/office/officeart/2005/8/layout/orgChart1"/>
    <dgm:cxn modelId="{496ABABE-6B71-49AB-8FAE-4802F6F8A4A3}" type="presOf" srcId="{6743142F-F176-4E50-9064-94DFC0BE08A2}" destId="{3F01AFFB-349B-4CE4-8AB3-7DD15597B0B8}" srcOrd="0" destOrd="0" presId="urn:microsoft.com/office/officeart/2005/8/layout/orgChart1"/>
    <dgm:cxn modelId="{B0AFF2CC-AB85-40E1-B657-2EFC3265613D}" type="presOf" srcId="{6743142F-F176-4E50-9064-94DFC0BE08A2}" destId="{C8CC463F-B247-48EE-89D0-CAB87B511FAF}" srcOrd="1" destOrd="0" presId="urn:microsoft.com/office/officeart/2005/8/layout/orgChart1"/>
    <dgm:cxn modelId="{370621CE-C7B7-48DB-9054-F9B26C24D528}" srcId="{F5BF9D3D-57A4-46A5-90BE-797D3615F53F}" destId="{0F5B3F04-99F6-4A31-B11F-FC4355DB3966}" srcOrd="1" destOrd="0" parTransId="{0DEAB536-4BB5-48DE-BA05-813445149A42}" sibTransId="{0BDA6592-168C-41AF-858A-BDF2C6FABDF6}"/>
    <dgm:cxn modelId="{0D4DA0DD-466D-4713-96E7-71C8F389A7CC}" type="presOf" srcId="{0F5B3F04-99F6-4A31-B11F-FC4355DB3966}" destId="{1A83497D-79D0-48DA-841B-4502C013FD6F}" srcOrd="1" destOrd="0" presId="urn:microsoft.com/office/officeart/2005/8/layout/orgChart1"/>
    <dgm:cxn modelId="{26FAB3FB-ED50-47EA-A9DF-AF4A110C934C}" srcId="{1A4F63E4-BA20-4A74-A8B8-FD46530D3F28}" destId="{F5BF9D3D-57A4-46A5-90BE-797D3615F53F}" srcOrd="0" destOrd="0" parTransId="{3FB9494E-38C2-460F-A19C-076760C9012F}" sibTransId="{176974D5-0356-4CF1-AC9B-854E6D34F1B9}"/>
    <dgm:cxn modelId="{2BCC374F-2A0A-48FE-A090-C1590EC9DB17}" type="presParOf" srcId="{E30EB7BB-723C-4F47-80F2-64778EB98E83}" destId="{3A38B47F-5D20-418E-AF69-0FFD0EB0A624}" srcOrd="0" destOrd="0" presId="urn:microsoft.com/office/officeart/2005/8/layout/orgChart1"/>
    <dgm:cxn modelId="{B9E4D83F-52B1-4534-9850-F6878232AA6D}" type="presParOf" srcId="{3A38B47F-5D20-418E-AF69-0FFD0EB0A624}" destId="{85D6A80B-EFF9-4321-B98F-B451F291BB61}" srcOrd="0" destOrd="0" presId="urn:microsoft.com/office/officeart/2005/8/layout/orgChart1"/>
    <dgm:cxn modelId="{4928A3B2-1AF6-4A93-B9B8-54FB9C8E3344}" type="presParOf" srcId="{85D6A80B-EFF9-4321-B98F-B451F291BB61}" destId="{4D2BE1EB-E3BF-4330-9607-644062499B1B}" srcOrd="0" destOrd="0" presId="urn:microsoft.com/office/officeart/2005/8/layout/orgChart1"/>
    <dgm:cxn modelId="{C74E56AA-FDD4-4858-BC5C-7B49C1959544}" type="presParOf" srcId="{85D6A80B-EFF9-4321-B98F-B451F291BB61}" destId="{2B2F843E-8F2F-444A-A110-7A8C5BAFAFFA}" srcOrd="1" destOrd="0" presId="urn:microsoft.com/office/officeart/2005/8/layout/orgChart1"/>
    <dgm:cxn modelId="{2BBB7F6D-FD1F-4DF5-AA9E-07238F255E08}" type="presParOf" srcId="{3A38B47F-5D20-418E-AF69-0FFD0EB0A624}" destId="{C88D10AA-0A41-497F-9623-3C89AA31B3C8}" srcOrd="1" destOrd="0" presId="urn:microsoft.com/office/officeart/2005/8/layout/orgChart1"/>
    <dgm:cxn modelId="{FB1741AB-E724-4612-86C8-737CEE038577}" type="presParOf" srcId="{C88D10AA-0A41-497F-9623-3C89AA31B3C8}" destId="{D2616BD8-1951-432C-BFE2-AE91338E4010}" srcOrd="0" destOrd="0" presId="urn:microsoft.com/office/officeart/2005/8/layout/orgChart1"/>
    <dgm:cxn modelId="{262C6BDF-D46A-4484-865D-14930F065DA2}" type="presParOf" srcId="{C88D10AA-0A41-497F-9623-3C89AA31B3C8}" destId="{12D7A29D-5F47-4925-BF61-C752B32AD7A3}" srcOrd="1" destOrd="0" presId="urn:microsoft.com/office/officeart/2005/8/layout/orgChart1"/>
    <dgm:cxn modelId="{814272E0-1E0E-4ABA-B126-33B1879163D7}" type="presParOf" srcId="{12D7A29D-5F47-4925-BF61-C752B32AD7A3}" destId="{2B8F0698-B18B-42FF-9686-59A6655A3B56}" srcOrd="0" destOrd="0" presId="urn:microsoft.com/office/officeart/2005/8/layout/orgChart1"/>
    <dgm:cxn modelId="{C26FE9CC-3A2B-4413-BEB9-5D083C41DF17}" type="presParOf" srcId="{2B8F0698-B18B-42FF-9686-59A6655A3B56}" destId="{8EEB9725-7304-4E52-A622-B4578750EFD8}" srcOrd="0" destOrd="0" presId="urn:microsoft.com/office/officeart/2005/8/layout/orgChart1"/>
    <dgm:cxn modelId="{F399DF59-2D77-47FB-A256-C0383E976238}" type="presParOf" srcId="{2B8F0698-B18B-42FF-9686-59A6655A3B56}" destId="{6325C580-BC6F-4043-A644-7D4E9797E608}" srcOrd="1" destOrd="0" presId="urn:microsoft.com/office/officeart/2005/8/layout/orgChart1"/>
    <dgm:cxn modelId="{B9EEC3F2-D4FE-4CF6-BBB7-B7221D5AEA9B}" type="presParOf" srcId="{12D7A29D-5F47-4925-BF61-C752B32AD7A3}" destId="{AFFE612A-0858-4200-B50D-845A40AE2E09}" srcOrd="1" destOrd="0" presId="urn:microsoft.com/office/officeart/2005/8/layout/orgChart1"/>
    <dgm:cxn modelId="{4915BFE3-91EE-4E12-A217-A792B247E22C}" type="presParOf" srcId="{12D7A29D-5F47-4925-BF61-C752B32AD7A3}" destId="{768128E1-C093-4A4A-BB4E-01B7696AFDE6}" srcOrd="2" destOrd="0" presId="urn:microsoft.com/office/officeart/2005/8/layout/orgChart1"/>
    <dgm:cxn modelId="{840B588E-3B38-42F3-822B-5C85A2929B95}" type="presParOf" srcId="{C88D10AA-0A41-497F-9623-3C89AA31B3C8}" destId="{355BC530-62D9-417E-A313-B7633D3B7FF6}" srcOrd="2" destOrd="0" presId="urn:microsoft.com/office/officeart/2005/8/layout/orgChart1"/>
    <dgm:cxn modelId="{F928B825-318F-4A11-AEBE-3978D73D8F0F}" type="presParOf" srcId="{C88D10AA-0A41-497F-9623-3C89AA31B3C8}" destId="{4B8F4D28-A153-4837-AEF8-689040C869A4}" srcOrd="3" destOrd="0" presId="urn:microsoft.com/office/officeart/2005/8/layout/orgChart1"/>
    <dgm:cxn modelId="{D9BE36CD-5F9E-431F-8DD2-8E9BDD02855D}" type="presParOf" srcId="{4B8F4D28-A153-4837-AEF8-689040C869A4}" destId="{357629D6-20EB-4893-AC26-FD514C9AC3DE}" srcOrd="0" destOrd="0" presId="urn:microsoft.com/office/officeart/2005/8/layout/orgChart1"/>
    <dgm:cxn modelId="{38AD120C-4943-47C7-9531-E1F93D9B5689}" type="presParOf" srcId="{357629D6-20EB-4893-AC26-FD514C9AC3DE}" destId="{926ACE8A-1AF1-4EA0-A97B-0B7DA8EF351C}" srcOrd="0" destOrd="0" presId="urn:microsoft.com/office/officeart/2005/8/layout/orgChart1"/>
    <dgm:cxn modelId="{4BA72158-3628-4C13-9DCD-A9B93E629BBF}" type="presParOf" srcId="{357629D6-20EB-4893-AC26-FD514C9AC3DE}" destId="{1A83497D-79D0-48DA-841B-4502C013FD6F}" srcOrd="1" destOrd="0" presId="urn:microsoft.com/office/officeart/2005/8/layout/orgChart1"/>
    <dgm:cxn modelId="{1F42AECF-3330-4FB5-A78B-A7BCE9AB734E}" type="presParOf" srcId="{4B8F4D28-A153-4837-AEF8-689040C869A4}" destId="{14DC9FFC-D4F2-4197-AFE7-4F4E484CC2A4}" srcOrd="1" destOrd="0" presId="urn:microsoft.com/office/officeart/2005/8/layout/orgChart1"/>
    <dgm:cxn modelId="{7563C088-D590-4463-AA79-852A5FD7A9C7}" type="presParOf" srcId="{4B8F4D28-A153-4837-AEF8-689040C869A4}" destId="{1C939829-82D3-4882-AA52-40F14C5D1F57}" srcOrd="2" destOrd="0" presId="urn:microsoft.com/office/officeart/2005/8/layout/orgChart1"/>
    <dgm:cxn modelId="{440DB63D-FCD0-44D8-9B5C-4233FFD2A8B2}" type="presParOf" srcId="{C88D10AA-0A41-497F-9623-3C89AA31B3C8}" destId="{BA3ABC7B-12AB-42EE-909A-5A4640D81003}" srcOrd="4" destOrd="0" presId="urn:microsoft.com/office/officeart/2005/8/layout/orgChart1"/>
    <dgm:cxn modelId="{047D8A11-E72B-45C7-AADA-CDC03A86E3F0}" type="presParOf" srcId="{C88D10AA-0A41-497F-9623-3C89AA31B3C8}" destId="{72E61429-A021-452E-B2D9-1A517BEA263D}" srcOrd="5" destOrd="0" presId="urn:microsoft.com/office/officeart/2005/8/layout/orgChart1"/>
    <dgm:cxn modelId="{32AAB891-3B52-4D9E-AE7D-11A88EDC8A8C}" type="presParOf" srcId="{72E61429-A021-452E-B2D9-1A517BEA263D}" destId="{7CDE48C5-4C28-4EF3-9711-F584590A8D7D}" srcOrd="0" destOrd="0" presId="urn:microsoft.com/office/officeart/2005/8/layout/orgChart1"/>
    <dgm:cxn modelId="{472DCF3A-DB2A-464F-83DE-3C53D7D73DD8}" type="presParOf" srcId="{7CDE48C5-4C28-4EF3-9711-F584590A8D7D}" destId="{3F01AFFB-349B-4CE4-8AB3-7DD15597B0B8}" srcOrd="0" destOrd="0" presId="urn:microsoft.com/office/officeart/2005/8/layout/orgChart1"/>
    <dgm:cxn modelId="{BD69E14E-EC51-4611-8063-53FE0A2A0DC5}" type="presParOf" srcId="{7CDE48C5-4C28-4EF3-9711-F584590A8D7D}" destId="{C8CC463F-B247-48EE-89D0-CAB87B511FAF}" srcOrd="1" destOrd="0" presId="urn:microsoft.com/office/officeart/2005/8/layout/orgChart1"/>
    <dgm:cxn modelId="{DE0F623A-6FED-45AD-89F2-028D2E0D7A8C}" type="presParOf" srcId="{72E61429-A021-452E-B2D9-1A517BEA263D}" destId="{F7A51974-EE52-4C4E-9DA0-8C90CB04068B}" srcOrd="1" destOrd="0" presId="urn:microsoft.com/office/officeart/2005/8/layout/orgChart1"/>
    <dgm:cxn modelId="{9EEE0F0F-DD13-44E9-BACF-45FA334D8AF5}" type="presParOf" srcId="{72E61429-A021-452E-B2D9-1A517BEA263D}" destId="{F6BBCA57-4DE9-44E0-B91E-DA2BA026CE75}" srcOrd="2" destOrd="0" presId="urn:microsoft.com/office/officeart/2005/8/layout/orgChart1"/>
    <dgm:cxn modelId="{8A9D0EFE-549F-45DF-929C-F4E1DCB7FB5A}" type="presParOf" srcId="{3A38B47F-5D20-418E-AF69-0FFD0EB0A624}" destId="{60122076-BA58-4F8F-BB39-A2BEA31932E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A4F63E4-BA20-4A74-A8B8-FD46530D3F2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5BF9D3D-57A4-46A5-90BE-797D3615F53F}">
      <dgm:prSet phldrT="[Text]" phldr="0" custT="1"/>
      <dgm:spPr>
        <a:solidFill>
          <a:schemeClr val="accent1"/>
        </a:solidFill>
        <a:ln>
          <a:solidFill>
            <a:schemeClr val="tx1"/>
          </a:solidFill>
        </a:ln>
      </dgm:spPr>
      <dgm:t>
        <a:bodyPr/>
        <a:lstStyle/>
        <a:p>
          <a:r>
            <a:rPr lang="en-IN" sz="2400" dirty="0"/>
            <a:t>Retrieved Docs</a:t>
          </a:r>
        </a:p>
      </dgm:t>
    </dgm:pt>
    <dgm:pt modelId="{3FB9494E-38C2-460F-A19C-076760C9012F}" type="parTrans" cxnId="{26FAB3FB-ED50-47EA-A9DF-AF4A110C934C}">
      <dgm:prSet/>
      <dgm:spPr/>
      <dgm:t>
        <a:bodyPr/>
        <a:lstStyle/>
        <a:p>
          <a:endParaRPr lang="en-IN"/>
        </a:p>
      </dgm:t>
    </dgm:pt>
    <dgm:pt modelId="{176974D5-0356-4CF1-AC9B-854E6D34F1B9}" type="sibTrans" cxnId="{26FAB3FB-ED50-47EA-A9DF-AF4A110C934C}">
      <dgm:prSet/>
      <dgm:spPr/>
      <dgm:t>
        <a:bodyPr/>
        <a:lstStyle/>
        <a:p>
          <a:endParaRPr lang="en-IN"/>
        </a:p>
      </dgm:t>
    </dgm:pt>
    <dgm:pt modelId="{8E3F69E0-3CB2-47BB-A542-684A7FBB8C60}">
      <dgm:prSet phldrT="[Text]" phldr="0"/>
      <dgm:spPr/>
      <dgm:t>
        <a:bodyPr/>
        <a:lstStyle/>
        <a:p>
          <a:r>
            <a:rPr lang="en-IN"/>
            <a:t>Relevant</a:t>
          </a:r>
          <a:endParaRPr lang="en-IN" dirty="0"/>
        </a:p>
      </dgm:t>
    </dgm:pt>
    <dgm:pt modelId="{772CFC14-40EE-4423-931A-998C29C069C8}" type="parTrans" cxnId="{A6CDE282-D78B-4DEB-9C75-B57224366E16}">
      <dgm:prSet/>
      <dgm:spPr/>
      <dgm:t>
        <a:bodyPr/>
        <a:lstStyle/>
        <a:p>
          <a:endParaRPr lang="en-IN"/>
        </a:p>
      </dgm:t>
    </dgm:pt>
    <dgm:pt modelId="{26A34353-E18B-434F-9E9C-E358DFD91BFB}" type="sibTrans" cxnId="{A6CDE282-D78B-4DEB-9C75-B57224366E16}">
      <dgm:prSet/>
      <dgm:spPr/>
      <dgm:t>
        <a:bodyPr/>
        <a:lstStyle/>
        <a:p>
          <a:endParaRPr lang="en-IN"/>
        </a:p>
      </dgm:t>
    </dgm:pt>
    <dgm:pt modelId="{6743142F-F176-4E50-9064-94DFC0BE08A2}">
      <dgm:prSet phldrT="[Text]" phldr="0"/>
      <dgm:spPr/>
      <dgm:t>
        <a:bodyPr/>
        <a:lstStyle/>
        <a:p>
          <a:r>
            <a:rPr lang="en-IN" dirty="0"/>
            <a:t>Non Relevant</a:t>
          </a:r>
        </a:p>
      </dgm:t>
    </dgm:pt>
    <dgm:pt modelId="{31A4CDF7-4517-4C23-A7C7-9C64C724623F}" type="parTrans" cxnId="{66404823-0D4F-4592-AB57-7650017A41A3}">
      <dgm:prSet/>
      <dgm:spPr/>
      <dgm:t>
        <a:bodyPr/>
        <a:lstStyle/>
        <a:p>
          <a:endParaRPr lang="en-IN"/>
        </a:p>
      </dgm:t>
    </dgm:pt>
    <dgm:pt modelId="{B601EE51-B7FF-40F6-8121-36FFB988409B}" type="sibTrans" cxnId="{66404823-0D4F-4592-AB57-7650017A41A3}">
      <dgm:prSet/>
      <dgm:spPr/>
      <dgm:t>
        <a:bodyPr/>
        <a:lstStyle/>
        <a:p>
          <a:endParaRPr lang="en-IN"/>
        </a:p>
      </dgm:t>
    </dgm:pt>
    <dgm:pt modelId="{0F5B3F04-99F6-4A31-B11F-FC4355DB3966}">
      <dgm:prSet phldrT="[Text]" phldr="0"/>
      <dgm:spPr/>
      <dgm:t>
        <a:bodyPr/>
        <a:lstStyle/>
        <a:p>
          <a:r>
            <a:rPr lang="en-IN"/>
            <a:t>Ambiguous</a:t>
          </a:r>
          <a:endParaRPr lang="en-IN" dirty="0"/>
        </a:p>
      </dgm:t>
    </dgm:pt>
    <dgm:pt modelId="{0DEAB536-4BB5-48DE-BA05-813445149A42}" type="parTrans" cxnId="{370621CE-C7B7-48DB-9054-F9B26C24D528}">
      <dgm:prSet/>
      <dgm:spPr/>
      <dgm:t>
        <a:bodyPr/>
        <a:lstStyle/>
        <a:p>
          <a:endParaRPr lang="en-IN"/>
        </a:p>
      </dgm:t>
    </dgm:pt>
    <dgm:pt modelId="{0BDA6592-168C-41AF-858A-BDF2C6FABDF6}" type="sibTrans" cxnId="{370621CE-C7B7-48DB-9054-F9B26C24D528}">
      <dgm:prSet/>
      <dgm:spPr/>
      <dgm:t>
        <a:bodyPr/>
        <a:lstStyle/>
        <a:p>
          <a:endParaRPr lang="en-IN"/>
        </a:p>
      </dgm:t>
    </dgm:pt>
    <dgm:pt modelId="{E30EB7BB-723C-4F47-80F2-64778EB98E83}" type="pres">
      <dgm:prSet presAssocID="{1A4F63E4-BA20-4A74-A8B8-FD46530D3F2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A38B47F-5D20-418E-AF69-0FFD0EB0A624}" type="pres">
      <dgm:prSet presAssocID="{F5BF9D3D-57A4-46A5-90BE-797D3615F53F}" presName="hierRoot1" presStyleCnt="0">
        <dgm:presLayoutVars>
          <dgm:hierBranch val="init"/>
        </dgm:presLayoutVars>
      </dgm:prSet>
      <dgm:spPr/>
    </dgm:pt>
    <dgm:pt modelId="{85D6A80B-EFF9-4321-B98F-B451F291BB61}" type="pres">
      <dgm:prSet presAssocID="{F5BF9D3D-57A4-46A5-90BE-797D3615F53F}" presName="rootComposite1" presStyleCnt="0"/>
      <dgm:spPr/>
    </dgm:pt>
    <dgm:pt modelId="{4D2BE1EB-E3BF-4330-9607-644062499B1B}" type="pres">
      <dgm:prSet presAssocID="{F5BF9D3D-57A4-46A5-90BE-797D3615F53F}" presName="rootText1" presStyleLbl="node0" presStyleIdx="0" presStyleCnt="1">
        <dgm:presLayoutVars>
          <dgm:chPref val="3"/>
        </dgm:presLayoutVars>
      </dgm:prSet>
      <dgm:spPr/>
    </dgm:pt>
    <dgm:pt modelId="{2B2F843E-8F2F-444A-A110-7A8C5BAFAFFA}" type="pres">
      <dgm:prSet presAssocID="{F5BF9D3D-57A4-46A5-90BE-797D3615F53F}" presName="rootConnector1" presStyleLbl="node1" presStyleIdx="0" presStyleCnt="0"/>
      <dgm:spPr/>
    </dgm:pt>
    <dgm:pt modelId="{C88D10AA-0A41-497F-9623-3C89AA31B3C8}" type="pres">
      <dgm:prSet presAssocID="{F5BF9D3D-57A4-46A5-90BE-797D3615F53F}" presName="hierChild2" presStyleCnt="0"/>
      <dgm:spPr/>
    </dgm:pt>
    <dgm:pt modelId="{D2616BD8-1951-432C-BFE2-AE91338E4010}" type="pres">
      <dgm:prSet presAssocID="{772CFC14-40EE-4423-931A-998C29C069C8}" presName="Name37" presStyleLbl="parChTrans1D2" presStyleIdx="0" presStyleCnt="3"/>
      <dgm:spPr/>
    </dgm:pt>
    <dgm:pt modelId="{12D7A29D-5F47-4925-BF61-C752B32AD7A3}" type="pres">
      <dgm:prSet presAssocID="{8E3F69E0-3CB2-47BB-A542-684A7FBB8C60}" presName="hierRoot2" presStyleCnt="0">
        <dgm:presLayoutVars>
          <dgm:hierBranch val="init"/>
        </dgm:presLayoutVars>
      </dgm:prSet>
      <dgm:spPr/>
    </dgm:pt>
    <dgm:pt modelId="{2B8F0698-B18B-42FF-9686-59A6655A3B56}" type="pres">
      <dgm:prSet presAssocID="{8E3F69E0-3CB2-47BB-A542-684A7FBB8C60}" presName="rootComposite" presStyleCnt="0"/>
      <dgm:spPr/>
    </dgm:pt>
    <dgm:pt modelId="{8EEB9725-7304-4E52-A622-B4578750EFD8}" type="pres">
      <dgm:prSet presAssocID="{8E3F69E0-3CB2-47BB-A542-684A7FBB8C60}" presName="rootText" presStyleLbl="node2" presStyleIdx="0" presStyleCnt="3">
        <dgm:presLayoutVars>
          <dgm:chPref val="3"/>
        </dgm:presLayoutVars>
      </dgm:prSet>
      <dgm:spPr/>
    </dgm:pt>
    <dgm:pt modelId="{6325C580-BC6F-4043-A644-7D4E9797E608}" type="pres">
      <dgm:prSet presAssocID="{8E3F69E0-3CB2-47BB-A542-684A7FBB8C60}" presName="rootConnector" presStyleLbl="node2" presStyleIdx="0" presStyleCnt="3"/>
      <dgm:spPr/>
    </dgm:pt>
    <dgm:pt modelId="{AFFE612A-0858-4200-B50D-845A40AE2E09}" type="pres">
      <dgm:prSet presAssocID="{8E3F69E0-3CB2-47BB-A542-684A7FBB8C60}" presName="hierChild4" presStyleCnt="0"/>
      <dgm:spPr/>
    </dgm:pt>
    <dgm:pt modelId="{768128E1-C093-4A4A-BB4E-01B7696AFDE6}" type="pres">
      <dgm:prSet presAssocID="{8E3F69E0-3CB2-47BB-A542-684A7FBB8C60}" presName="hierChild5" presStyleCnt="0"/>
      <dgm:spPr/>
    </dgm:pt>
    <dgm:pt modelId="{355BC530-62D9-417E-A313-B7633D3B7FF6}" type="pres">
      <dgm:prSet presAssocID="{0DEAB536-4BB5-48DE-BA05-813445149A42}" presName="Name37" presStyleLbl="parChTrans1D2" presStyleIdx="1" presStyleCnt="3"/>
      <dgm:spPr/>
    </dgm:pt>
    <dgm:pt modelId="{4B8F4D28-A153-4837-AEF8-689040C869A4}" type="pres">
      <dgm:prSet presAssocID="{0F5B3F04-99F6-4A31-B11F-FC4355DB3966}" presName="hierRoot2" presStyleCnt="0">
        <dgm:presLayoutVars>
          <dgm:hierBranch val="init"/>
        </dgm:presLayoutVars>
      </dgm:prSet>
      <dgm:spPr/>
    </dgm:pt>
    <dgm:pt modelId="{357629D6-20EB-4893-AC26-FD514C9AC3DE}" type="pres">
      <dgm:prSet presAssocID="{0F5B3F04-99F6-4A31-B11F-FC4355DB3966}" presName="rootComposite" presStyleCnt="0"/>
      <dgm:spPr/>
    </dgm:pt>
    <dgm:pt modelId="{926ACE8A-1AF1-4EA0-A97B-0B7DA8EF351C}" type="pres">
      <dgm:prSet presAssocID="{0F5B3F04-99F6-4A31-B11F-FC4355DB3966}" presName="rootText" presStyleLbl="node2" presStyleIdx="1" presStyleCnt="3">
        <dgm:presLayoutVars>
          <dgm:chPref val="3"/>
        </dgm:presLayoutVars>
      </dgm:prSet>
      <dgm:spPr/>
    </dgm:pt>
    <dgm:pt modelId="{1A83497D-79D0-48DA-841B-4502C013FD6F}" type="pres">
      <dgm:prSet presAssocID="{0F5B3F04-99F6-4A31-B11F-FC4355DB3966}" presName="rootConnector" presStyleLbl="node2" presStyleIdx="1" presStyleCnt="3"/>
      <dgm:spPr/>
    </dgm:pt>
    <dgm:pt modelId="{14DC9FFC-D4F2-4197-AFE7-4F4E484CC2A4}" type="pres">
      <dgm:prSet presAssocID="{0F5B3F04-99F6-4A31-B11F-FC4355DB3966}" presName="hierChild4" presStyleCnt="0"/>
      <dgm:spPr/>
    </dgm:pt>
    <dgm:pt modelId="{1C939829-82D3-4882-AA52-40F14C5D1F57}" type="pres">
      <dgm:prSet presAssocID="{0F5B3F04-99F6-4A31-B11F-FC4355DB3966}" presName="hierChild5" presStyleCnt="0"/>
      <dgm:spPr/>
    </dgm:pt>
    <dgm:pt modelId="{BA3ABC7B-12AB-42EE-909A-5A4640D81003}" type="pres">
      <dgm:prSet presAssocID="{31A4CDF7-4517-4C23-A7C7-9C64C724623F}" presName="Name37" presStyleLbl="parChTrans1D2" presStyleIdx="2" presStyleCnt="3"/>
      <dgm:spPr/>
    </dgm:pt>
    <dgm:pt modelId="{72E61429-A021-452E-B2D9-1A517BEA263D}" type="pres">
      <dgm:prSet presAssocID="{6743142F-F176-4E50-9064-94DFC0BE08A2}" presName="hierRoot2" presStyleCnt="0">
        <dgm:presLayoutVars>
          <dgm:hierBranch val="init"/>
        </dgm:presLayoutVars>
      </dgm:prSet>
      <dgm:spPr/>
    </dgm:pt>
    <dgm:pt modelId="{7CDE48C5-4C28-4EF3-9711-F584590A8D7D}" type="pres">
      <dgm:prSet presAssocID="{6743142F-F176-4E50-9064-94DFC0BE08A2}" presName="rootComposite" presStyleCnt="0"/>
      <dgm:spPr/>
    </dgm:pt>
    <dgm:pt modelId="{3F01AFFB-349B-4CE4-8AB3-7DD15597B0B8}" type="pres">
      <dgm:prSet presAssocID="{6743142F-F176-4E50-9064-94DFC0BE08A2}" presName="rootText" presStyleLbl="node2" presStyleIdx="2" presStyleCnt="3">
        <dgm:presLayoutVars>
          <dgm:chPref val="3"/>
        </dgm:presLayoutVars>
      </dgm:prSet>
      <dgm:spPr/>
    </dgm:pt>
    <dgm:pt modelId="{C8CC463F-B247-48EE-89D0-CAB87B511FAF}" type="pres">
      <dgm:prSet presAssocID="{6743142F-F176-4E50-9064-94DFC0BE08A2}" presName="rootConnector" presStyleLbl="node2" presStyleIdx="2" presStyleCnt="3"/>
      <dgm:spPr/>
    </dgm:pt>
    <dgm:pt modelId="{F7A51974-EE52-4C4E-9DA0-8C90CB04068B}" type="pres">
      <dgm:prSet presAssocID="{6743142F-F176-4E50-9064-94DFC0BE08A2}" presName="hierChild4" presStyleCnt="0"/>
      <dgm:spPr/>
    </dgm:pt>
    <dgm:pt modelId="{F6BBCA57-4DE9-44E0-B91E-DA2BA026CE75}" type="pres">
      <dgm:prSet presAssocID="{6743142F-F176-4E50-9064-94DFC0BE08A2}" presName="hierChild5" presStyleCnt="0"/>
      <dgm:spPr/>
    </dgm:pt>
    <dgm:pt modelId="{60122076-BA58-4F8F-BB39-A2BEA31932EF}" type="pres">
      <dgm:prSet presAssocID="{F5BF9D3D-57A4-46A5-90BE-797D3615F53F}" presName="hierChild3" presStyleCnt="0"/>
      <dgm:spPr/>
    </dgm:pt>
  </dgm:ptLst>
  <dgm:cxnLst>
    <dgm:cxn modelId="{66404823-0D4F-4592-AB57-7650017A41A3}" srcId="{F5BF9D3D-57A4-46A5-90BE-797D3615F53F}" destId="{6743142F-F176-4E50-9064-94DFC0BE08A2}" srcOrd="2" destOrd="0" parTransId="{31A4CDF7-4517-4C23-A7C7-9C64C724623F}" sibTransId="{B601EE51-B7FF-40F6-8121-36FFB988409B}"/>
    <dgm:cxn modelId="{758D7B38-1834-41D3-8FC0-98363F8A1DBF}" type="presOf" srcId="{772CFC14-40EE-4423-931A-998C29C069C8}" destId="{D2616BD8-1951-432C-BFE2-AE91338E4010}" srcOrd="0" destOrd="0" presId="urn:microsoft.com/office/officeart/2005/8/layout/orgChart1"/>
    <dgm:cxn modelId="{A5DC483C-A240-4C36-B2AD-B7B8683EF32F}" type="presOf" srcId="{8E3F69E0-3CB2-47BB-A542-684A7FBB8C60}" destId="{6325C580-BC6F-4043-A644-7D4E9797E608}" srcOrd="1" destOrd="0" presId="urn:microsoft.com/office/officeart/2005/8/layout/orgChart1"/>
    <dgm:cxn modelId="{B731D373-B075-457B-95A5-8AE878C6E97C}" type="presOf" srcId="{F5BF9D3D-57A4-46A5-90BE-797D3615F53F}" destId="{4D2BE1EB-E3BF-4330-9607-644062499B1B}" srcOrd="0" destOrd="0" presId="urn:microsoft.com/office/officeart/2005/8/layout/orgChart1"/>
    <dgm:cxn modelId="{A6CDE282-D78B-4DEB-9C75-B57224366E16}" srcId="{F5BF9D3D-57A4-46A5-90BE-797D3615F53F}" destId="{8E3F69E0-3CB2-47BB-A542-684A7FBB8C60}" srcOrd="0" destOrd="0" parTransId="{772CFC14-40EE-4423-931A-998C29C069C8}" sibTransId="{26A34353-E18B-434F-9E9C-E358DFD91BFB}"/>
    <dgm:cxn modelId="{7374548D-F3F2-4EF6-98B5-247508F51D60}" type="presOf" srcId="{1A4F63E4-BA20-4A74-A8B8-FD46530D3F28}" destId="{E30EB7BB-723C-4F47-80F2-64778EB98E83}" srcOrd="0" destOrd="0" presId="urn:microsoft.com/office/officeart/2005/8/layout/orgChart1"/>
    <dgm:cxn modelId="{FD3F9B8D-16E9-4B32-96BE-2309EC6A1973}" type="presOf" srcId="{F5BF9D3D-57A4-46A5-90BE-797D3615F53F}" destId="{2B2F843E-8F2F-444A-A110-7A8C5BAFAFFA}" srcOrd="1" destOrd="0" presId="urn:microsoft.com/office/officeart/2005/8/layout/orgChart1"/>
    <dgm:cxn modelId="{1CB8BD96-7C1C-4DF7-83A9-AA7B2B44B3DD}" type="presOf" srcId="{0F5B3F04-99F6-4A31-B11F-FC4355DB3966}" destId="{926ACE8A-1AF1-4EA0-A97B-0B7DA8EF351C}" srcOrd="0" destOrd="0" presId="urn:microsoft.com/office/officeart/2005/8/layout/orgChart1"/>
    <dgm:cxn modelId="{9259599A-B71D-40F7-8BC6-F34A80D308DA}" type="presOf" srcId="{0DEAB536-4BB5-48DE-BA05-813445149A42}" destId="{355BC530-62D9-417E-A313-B7633D3B7FF6}" srcOrd="0" destOrd="0" presId="urn:microsoft.com/office/officeart/2005/8/layout/orgChart1"/>
    <dgm:cxn modelId="{48F971B8-CCE9-48C5-917E-08F1B1462CC0}" type="presOf" srcId="{8E3F69E0-3CB2-47BB-A542-684A7FBB8C60}" destId="{8EEB9725-7304-4E52-A622-B4578750EFD8}" srcOrd="0" destOrd="0" presId="urn:microsoft.com/office/officeart/2005/8/layout/orgChart1"/>
    <dgm:cxn modelId="{73D56CB9-CB31-41E4-BB2C-B4A7CD6E64AA}" type="presOf" srcId="{31A4CDF7-4517-4C23-A7C7-9C64C724623F}" destId="{BA3ABC7B-12AB-42EE-909A-5A4640D81003}" srcOrd="0" destOrd="0" presId="urn:microsoft.com/office/officeart/2005/8/layout/orgChart1"/>
    <dgm:cxn modelId="{496ABABE-6B71-49AB-8FAE-4802F6F8A4A3}" type="presOf" srcId="{6743142F-F176-4E50-9064-94DFC0BE08A2}" destId="{3F01AFFB-349B-4CE4-8AB3-7DD15597B0B8}" srcOrd="0" destOrd="0" presId="urn:microsoft.com/office/officeart/2005/8/layout/orgChart1"/>
    <dgm:cxn modelId="{B0AFF2CC-AB85-40E1-B657-2EFC3265613D}" type="presOf" srcId="{6743142F-F176-4E50-9064-94DFC0BE08A2}" destId="{C8CC463F-B247-48EE-89D0-CAB87B511FAF}" srcOrd="1" destOrd="0" presId="urn:microsoft.com/office/officeart/2005/8/layout/orgChart1"/>
    <dgm:cxn modelId="{370621CE-C7B7-48DB-9054-F9B26C24D528}" srcId="{F5BF9D3D-57A4-46A5-90BE-797D3615F53F}" destId="{0F5B3F04-99F6-4A31-B11F-FC4355DB3966}" srcOrd="1" destOrd="0" parTransId="{0DEAB536-4BB5-48DE-BA05-813445149A42}" sibTransId="{0BDA6592-168C-41AF-858A-BDF2C6FABDF6}"/>
    <dgm:cxn modelId="{0D4DA0DD-466D-4713-96E7-71C8F389A7CC}" type="presOf" srcId="{0F5B3F04-99F6-4A31-B11F-FC4355DB3966}" destId="{1A83497D-79D0-48DA-841B-4502C013FD6F}" srcOrd="1" destOrd="0" presId="urn:microsoft.com/office/officeart/2005/8/layout/orgChart1"/>
    <dgm:cxn modelId="{26FAB3FB-ED50-47EA-A9DF-AF4A110C934C}" srcId="{1A4F63E4-BA20-4A74-A8B8-FD46530D3F28}" destId="{F5BF9D3D-57A4-46A5-90BE-797D3615F53F}" srcOrd="0" destOrd="0" parTransId="{3FB9494E-38C2-460F-A19C-076760C9012F}" sibTransId="{176974D5-0356-4CF1-AC9B-854E6D34F1B9}"/>
    <dgm:cxn modelId="{2BCC374F-2A0A-48FE-A090-C1590EC9DB17}" type="presParOf" srcId="{E30EB7BB-723C-4F47-80F2-64778EB98E83}" destId="{3A38B47F-5D20-418E-AF69-0FFD0EB0A624}" srcOrd="0" destOrd="0" presId="urn:microsoft.com/office/officeart/2005/8/layout/orgChart1"/>
    <dgm:cxn modelId="{B9E4D83F-52B1-4534-9850-F6878232AA6D}" type="presParOf" srcId="{3A38B47F-5D20-418E-AF69-0FFD0EB0A624}" destId="{85D6A80B-EFF9-4321-B98F-B451F291BB61}" srcOrd="0" destOrd="0" presId="urn:microsoft.com/office/officeart/2005/8/layout/orgChart1"/>
    <dgm:cxn modelId="{4928A3B2-1AF6-4A93-B9B8-54FB9C8E3344}" type="presParOf" srcId="{85D6A80B-EFF9-4321-B98F-B451F291BB61}" destId="{4D2BE1EB-E3BF-4330-9607-644062499B1B}" srcOrd="0" destOrd="0" presId="urn:microsoft.com/office/officeart/2005/8/layout/orgChart1"/>
    <dgm:cxn modelId="{C74E56AA-FDD4-4858-BC5C-7B49C1959544}" type="presParOf" srcId="{85D6A80B-EFF9-4321-B98F-B451F291BB61}" destId="{2B2F843E-8F2F-444A-A110-7A8C5BAFAFFA}" srcOrd="1" destOrd="0" presId="urn:microsoft.com/office/officeart/2005/8/layout/orgChart1"/>
    <dgm:cxn modelId="{2BBB7F6D-FD1F-4DF5-AA9E-07238F255E08}" type="presParOf" srcId="{3A38B47F-5D20-418E-AF69-0FFD0EB0A624}" destId="{C88D10AA-0A41-497F-9623-3C89AA31B3C8}" srcOrd="1" destOrd="0" presId="urn:microsoft.com/office/officeart/2005/8/layout/orgChart1"/>
    <dgm:cxn modelId="{FB1741AB-E724-4612-86C8-737CEE038577}" type="presParOf" srcId="{C88D10AA-0A41-497F-9623-3C89AA31B3C8}" destId="{D2616BD8-1951-432C-BFE2-AE91338E4010}" srcOrd="0" destOrd="0" presId="urn:microsoft.com/office/officeart/2005/8/layout/orgChart1"/>
    <dgm:cxn modelId="{262C6BDF-D46A-4484-865D-14930F065DA2}" type="presParOf" srcId="{C88D10AA-0A41-497F-9623-3C89AA31B3C8}" destId="{12D7A29D-5F47-4925-BF61-C752B32AD7A3}" srcOrd="1" destOrd="0" presId="urn:microsoft.com/office/officeart/2005/8/layout/orgChart1"/>
    <dgm:cxn modelId="{814272E0-1E0E-4ABA-B126-33B1879163D7}" type="presParOf" srcId="{12D7A29D-5F47-4925-BF61-C752B32AD7A3}" destId="{2B8F0698-B18B-42FF-9686-59A6655A3B56}" srcOrd="0" destOrd="0" presId="urn:microsoft.com/office/officeart/2005/8/layout/orgChart1"/>
    <dgm:cxn modelId="{C26FE9CC-3A2B-4413-BEB9-5D083C41DF17}" type="presParOf" srcId="{2B8F0698-B18B-42FF-9686-59A6655A3B56}" destId="{8EEB9725-7304-4E52-A622-B4578750EFD8}" srcOrd="0" destOrd="0" presId="urn:microsoft.com/office/officeart/2005/8/layout/orgChart1"/>
    <dgm:cxn modelId="{F399DF59-2D77-47FB-A256-C0383E976238}" type="presParOf" srcId="{2B8F0698-B18B-42FF-9686-59A6655A3B56}" destId="{6325C580-BC6F-4043-A644-7D4E9797E608}" srcOrd="1" destOrd="0" presId="urn:microsoft.com/office/officeart/2005/8/layout/orgChart1"/>
    <dgm:cxn modelId="{B9EEC3F2-D4FE-4CF6-BBB7-B7221D5AEA9B}" type="presParOf" srcId="{12D7A29D-5F47-4925-BF61-C752B32AD7A3}" destId="{AFFE612A-0858-4200-B50D-845A40AE2E09}" srcOrd="1" destOrd="0" presId="urn:microsoft.com/office/officeart/2005/8/layout/orgChart1"/>
    <dgm:cxn modelId="{4915BFE3-91EE-4E12-A217-A792B247E22C}" type="presParOf" srcId="{12D7A29D-5F47-4925-BF61-C752B32AD7A3}" destId="{768128E1-C093-4A4A-BB4E-01B7696AFDE6}" srcOrd="2" destOrd="0" presId="urn:microsoft.com/office/officeart/2005/8/layout/orgChart1"/>
    <dgm:cxn modelId="{840B588E-3B38-42F3-822B-5C85A2929B95}" type="presParOf" srcId="{C88D10AA-0A41-497F-9623-3C89AA31B3C8}" destId="{355BC530-62D9-417E-A313-B7633D3B7FF6}" srcOrd="2" destOrd="0" presId="urn:microsoft.com/office/officeart/2005/8/layout/orgChart1"/>
    <dgm:cxn modelId="{F928B825-318F-4A11-AEBE-3978D73D8F0F}" type="presParOf" srcId="{C88D10AA-0A41-497F-9623-3C89AA31B3C8}" destId="{4B8F4D28-A153-4837-AEF8-689040C869A4}" srcOrd="3" destOrd="0" presId="urn:microsoft.com/office/officeart/2005/8/layout/orgChart1"/>
    <dgm:cxn modelId="{D9BE36CD-5F9E-431F-8DD2-8E9BDD02855D}" type="presParOf" srcId="{4B8F4D28-A153-4837-AEF8-689040C869A4}" destId="{357629D6-20EB-4893-AC26-FD514C9AC3DE}" srcOrd="0" destOrd="0" presId="urn:microsoft.com/office/officeart/2005/8/layout/orgChart1"/>
    <dgm:cxn modelId="{38AD120C-4943-47C7-9531-E1F93D9B5689}" type="presParOf" srcId="{357629D6-20EB-4893-AC26-FD514C9AC3DE}" destId="{926ACE8A-1AF1-4EA0-A97B-0B7DA8EF351C}" srcOrd="0" destOrd="0" presId="urn:microsoft.com/office/officeart/2005/8/layout/orgChart1"/>
    <dgm:cxn modelId="{4BA72158-3628-4C13-9DCD-A9B93E629BBF}" type="presParOf" srcId="{357629D6-20EB-4893-AC26-FD514C9AC3DE}" destId="{1A83497D-79D0-48DA-841B-4502C013FD6F}" srcOrd="1" destOrd="0" presId="urn:microsoft.com/office/officeart/2005/8/layout/orgChart1"/>
    <dgm:cxn modelId="{1F42AECF-3330-4FB5-A78B-A7BCE9AB734E}" type="presParOf" srcId="{4B8F4D28-A153-4837-AEF8-689040C869A4}" destId="{14DC9FFC-D4F2-4197-AFE7-4F4E484CC2A4}" srcOrd="1" destOrd="0" presId="urn:microsoft.com/office/officeart/2005/8/layout/orgChart1"/>
    <dgm:cxn modelId="{7563C088-D590-4463-AA79-852A5FD7A9C7}" type="presParOf" srcId="{4B8F4D28-A153-4837-AEF8-689040C869A4}" destId="{1C939829-82D3-4882-AA52-40F14C5D1F57}" srcOrd="2" destOrd="0" presId="urn:microsoft.com/office/officeart/2005/8/layout/orgChart1"/>
    <dgm:cxn modelId="{440DB63D-FCD0-44D8-9B5C-4233FFD2A8B2}" type="presParOf" srcId="{C88D10AA-0A41-497F-9623-3C89AA31B3C8}" destId="{BA3ABC7B-12AB-42EE-909A-5A4640D81003}" srcOrd="4" destOrd="0" presId="urn:microsoft.com/office/officeart/2005/8/layout/orgChart1"/>
    <dgm:cxn modelId="{047D8A11-E72B-45C7-AADA-CDC03A86E3F0}" type="presParOf" srcId="{C88D10AA-0A41-497F-9623-3C89AA31B3C8}" destId="{72E61429-A021-452E-B2D9-1A517BEA263D}" srcOrd="5" destOrd="0" presId="urn:microsoft.com/office/officeart/2005/8/layout/orgChart1"/>
    <dgm:cxn modelId="{32AAB891-3B52-4D9E-AE7D-11A88EDC8A8C}" type="presParOf" srcId="{72E61429-A021-452E-B2D9-1A517BEA263D}" destId="{7CDE48C5-4C28-4EF3-9711-F584590A8D7D}" srcOrd="0" destOrd="0" presId="urn:microsoft.com/office/officeart/2005/8/layout/orgChart1"/>
    <dgm:cxn modelId="{472DCF3A-DB2A-464F-83DE-3C53D7D73DD8}" type="presParOf" srcId="{7CDE48C5-4C28-4EF3-9711-F584590A8D7D}" destId="{3F01AFFB-349B-4CE4-8AB3-7DD15597B0B8}" srcOrd="0" destOrd="0" presId="urn:microsoft.com/office/officeart/2005/8/layout/orgChart1"/>
    <dgm:cxn modelId="{BD69E14E-EC51-4611-8063-53FE0A2A0DC5}" type="presParOf" srcId="{7CDE48C5-4C28-4EF3-9711-F584590A8D7D}" destId="{C8CC463F-B247-48EE-89D0-CAB87B511FAF}" srcOrd="1" destOrd="0" presId="urn:microsoft.com/office/officeart/2005/8/layout/orgChart1"/>
    <dgm:cxn modelId="{DE0F623A-6FED-45AD-89F2-028D2E0D7A8C}" type="presParOf" srcId="{72E61429-A021-452E-B2D9-1A517BEA263D}" destId="{F7A51974-EE52-4C4E-9DA0-8C90CB04068B}" srcOrd="1" destOrd="0" presId="urn:microsoft.com/office/officeart/2005/8/layout/orgChart1"/>
    <dgm:cxn modelId="{9EEE0F0F-DD13-44E9-BACF-45FA334D8AF5}" type="presParOf" srcId="{72E61429-A021-452E-B2D9-1A517BEA263D}" destId="{F6BBCA57-4DE9-44E0-B91E-DA2BA026CE75}" srcOrd="2" destOrd="0" presId="urn:microsoft.com/office/officeart/2005/8/layout/orgChart1"/>
    <dgm:cxn modelId="{8A9D0EFE-549F-45DF-929C-F4E1DCB7FB5A}" type="presParOf" srcId="{3A38B47F-5D20-418E-AF69-0FFD0EB0A624}" destId="{60122076-BA58-4F8F-BB39-A2BEA31932E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A4F63E4-BA20-4A74-A8B8-FD46530D3F2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5BF9D3D-57A4-46A5-90BE-797D3615F53F}">
      <dgm:prSet phldrT="[Text]" phldr="0" custT="1"/>
      <dgm:spPr>
        <a:solidFill>
          <a:schemeClr val="accent1"/>
        </a:solidFill>
        <a:ln>
          <a:solidFill>
            <a:schemeClr val="tx1"/>
          </a:solidFill>
        </a:ln>
      </dgm:spPr>
      <dgm:t>
        <a:bodyPr/>
        <a:lstStyle/>
        <a:p>
          <a:r>
            <a:rPr lang="en-IN" sz="2400" dirty="0"/>
            <a:t>Retrieved Docs</a:t>
          </a:r>
        </a:p>
      </dgm:t>
    </dgm:pt>
    <dgm:pt modelId="{3FB9494E-38C2-460F-A19C-076760C9012F}" type="parTrans" cxnId="{26FAB3FB-ED50-47EA-A9DF-AF4A110C934C}">
      <dgm:prSet/>
      <dgm:spPr/>
      <dgm:t>
        <a:bodyPr/>
        <a:lstStyle/>
        <a:p>
          <a:endParaRPr lang="en-IN"/>
        </a:p>
      </dgm:t>
    </dgm:pt>
    <dgm:pt modelId="{176974D5-0356-4CF1-AC9B-854E6D34F1B9}" type="sibTrans" cxnId="{26FAB3FB-ED50-47EA-A9DF-AF4A110C934C}">
      <dgm:prSet/>
      <dgm:spPr/>
      <dgm:t>
        <a:bodyPr/>
        <a:lstStyle/>
        <a:p>
          <a:endParaRPr lang="en-IN"/>
        </a:p>
      </dgm:t>
    </dgm:pt>
    <dgm:pt modelId="{8E3F69E0-3CB2-47BB-A542-684A7FBB8C60}">
      <dgm:prSet phldrT="[Text]" phldr="0"/>
      <dgm:spPr/>
      <dgm:t>
        <a:bodyPr/>
        <a:lstStyle/>
        <a:p>
          <a:r>
            <a:rPr lang="en-IN"/>
            <a:t>Relevant</a:t>
          </a:r>
          <a:endParaRPr lang="en-IN" dirty="0"/>
        </a:p>
      </dgm:t>
    </dgm:pt>
    <dgm:pt modelId="{772CFC14-40EE-4423-931A-998C29C069C8}" type="parTrans" cxnId="{A6CDE282-D78B-4DEB-9C75-B57224366E16}">
      <dgm:prSet/>
      <dgm:spPr/>
      <dgm:t>
        <a:bodyPr/>
        <a:lstStyle/>
        <a:p>
          <a:endParaRPr lang="en-IN"/>
        </a:p>
      </dgm:t>
    </dgm:pt>
    <dgm:pt modelId="{26A34353-E18B-434F-9E9C-E358DFD91BFB}" type="sibTrans" cxnId="{A6CDE282-D78B-4DEB-9C75-B57224366E16}">
      <dgm:prSet/>
      <dgm:spPr/>
      <dgm:t>
        <a:bodyPr/>
        <a:lstStyle/>
        <a:p>
          <a:endParaRPr lang="en-IN"/>
        </a:p>
      </dgm:t>
    </dgm:pt>
    <dgm:pt modelId="{6743142F-F176-4E50-9064-94DFC0BE08A2}">
      <dgm:prSet phldrT="[Text]" phldr="0"/>
      <dgm:spPr/>
      <dgm:t>
        <a:bodyPr/>
        <a:lstStyle/>
        <a:p>
          <a:r>
            <a:rPr lang="en-IN" dirty="0"/>
            <a:t>Non Relevant</a:t>
          </a:r>
        </a:p>
      </dgm:t>
    </dgm:pt>
    <dgm:pt modelId="{31A4CDF7-4517-4C23-A7C7-9C64C724623F}" type="parTrans" cxnId="{66404823-0D4F-4592-AB57-7650017A41A3}">
      <dgm:prSet/>
      <dgm:spPr/>
      <dgm:t>
        <a:bodyPr/>
        <a:lstStyle/>
        <a:p>
          <a:endParaRPr lang="en-IN"/>
        </a:p>
      </dgm:t>
    </dgm:pt>
    <dgm:pt modelId="{B601EE51-B7FF-40F6-8121-36FFB988409B}" type="sibTrans" cxnId="{66404823-0D4F-4592-AB57-7650017A41A3}">
      <dgm:prSet/>
      <dgm:spPr/>
      <dgm:t>
        <a:bodyPr/>
        <a:lstStyle/>
        <a:p>
          <a:endParaRPr lang="en-IN"/>
        </a:p>
      </dgm:t>
    </dgm:pt>
    <dgm:pt modelId="{0F5B3F04-99F6-4A31-B11F-FC4355DB3966}">
      <dgm:prSet phldrT="[Text]" phldr="0"/>
      <dgm:spPr/>
      <dgm:t>
        <a:bodyPr/>
        <a:lstStyle/>
        <a:p>
          <a:r>
            <a:rPr lang="en-IN"/>
            <a:t>Ambiguous</a:t>
          </a:r>
          <a:endParaRPr lang="en-IN" dirty="0"/>
        </a:p>
      </dgm:t>
    </dgm:pt>
    <dgm:pt modelId="{0DEAB536-4BB5-48DE-BA05-813445149A42}" type="parTrans" cxnId="{370621CE-C7B7-48DB-9054-F9B26C24D528}">
      <dgm:prSet/>
      <dgm:spPr/>
      <dgm:t>
        <a:bodyPr/>
        <a:lstStyle/>
        <a:p>
          <a:endParaRPr lang="en-IN"/>
        </a:p>
      </dgm:t>
    </dgm:pt>
    <dgm:pt modelId="{0BDA6592-168C-41AF-858A-BDF2C6FABDF6}" type="sibTrans" cxnId="{370621CE-C7B7-48DB-9054-F9B26C24D528}">
      <dgm:prSet/>
      <dgm:spPr/>
      <dgm:t>
        <a:bodyPr/>
        <a:lstStyle/>
        <a:p>
          <a:endParaRPr lang="en-IN"/>
        </a:p>
      </dgm:t>
    </dgm:pt>
    <dgm:pt modelId="{E30EB7BB-723C-4F47-80F2-64778EB98E83}" type="pres">
      <dgm:prSet presAssocID="{1A4F63E4-BA20-4A74-A8B8-FD46530D3F2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A38B47F-5D20-418E-AF69-0FFD0EB0A624}" type="pres">
      <dgm:prSet presAssocID="{F5BF9D3D-57A4-46A5-90BE-797D3615F53F}" presName="hierRoot1" presStyleCnt="0">
        <dgm:presLayoutVars>
          <dgm:hierBranch val="init"/>
        </dgm:presLayoutVars>
      </dgm:prSet>
      <dgm:spPr/>
    </dgm:pt>
    <dgm:pt modelId="{85D6A80B-EFF9-4321-B98F-B451F291BB61}" type="pres">
      <dgm:prSet presAssocID="{F5BF9D3D-57A4-46A5-90BE-797D3615F53F}" presName="rootComposite1" presStyleCnt="0"/>
      <dgm:spPr/>
    </dgm:pt>
    <dgm:pt modelId="{4D2BE1EB-E3BF-4330-9607-644062499B1B}" type="pres">
      <dgm:prSet presAssocID="{F5BF9D3D-57A4-46A5-90BE-797D3615F53F}" presName="rootText1" presStyleLbl="node0" presStyleIdx="0" presStyleCnt="1">
        <dgm:presLayoutVars>
          <dgm:chPref val="3"/>
        </dgm:presLayoutVars>
      </dgm:prSet>
      <dgm:spPr/>
    </dgm:pt>
    <dgm:pt modelId="{2B2F843E-8F2F-444A-A110-7A8C5BAFAFFA}" type="pres">
      <dgm:prSet presAssocID="{F5BF9D3D-57A4-46A5-90BE-797D3615F53F}" presName="rootConnector1" presStyleLbl="node1" presStyleIdx="0" presStyleCnt="0"/>
      <dgm:spPr/>
    </dgm:pt>
    <dgm:pt modelId="{C88D10AA-0A41-497F-9623-3C89AA31B3C8}" type="pres">
      <dgm:prSet presAssocID="{F5BF9D3D-57A4-46A5-90BE-797D3615F53F}" presName="hierChild2" presStyleCnt="0"/>
      <dgm:spPr/>
    </dgm:pt>
    <dgm:pt modelId="{D2616BD8-1951-432C-BFE2-AE91338E4010}" type="pres">
      <dgm:prSet presAssocID="{772CFC14-40EE-4423-931A-998C29C069C8}" presName="Name37" presStyleLbl="parChTrans1D2" presStyleIdx="0" presStyleCnt="3"/>
      <dgm:spPr/>
    </dgm:pt>
    <dgm:pt modelId="{12D7A29D-5F47-4925-BF61-C752B32AD7A3}" type="pres">
      <dgm:prSet presAssocID="{8E3F69E0-3CB2-47BB-A542-684A7FBB8C60}" presName="hierRoot2" presStyleCnt="0">
        <dgm:presLayoutVars>
          <dgm:hierBranch val="init"/>
        </dgm:presLayoutVars>
      </dgm:prSet>
      <dgm:spPr/>
    </dgm:pt>
    <dgm:pt modelId="{2B8F0698-B18B-42FF-9686-59A6655A3B56}" type="pres">
      <dgm:prSet presAssocID="{8E3F69E0-3CB2-47BB-A542-684A7FBB8C60}" presName="rootComposite" presStyleCnt="0"/>
      <dgm:spPr/>
    </dgm:pt>
    <dgm:pt modelId="{8EEB9725-7304-4E52-A622-B4578750EFD8}" type="pres">
      <dgm:prSet presAssocID="{8E3F69E0-3CB2-47BB-A542-684A7FBB8C60}" presName="rootText" presStyleLbl="node2" presStyleIdx="0" presStyleCnt="3">
        <dgm:presLayoutVars>
          <dgm:chPref val="3"/>
        </dgm:presLayoutVars>
      </dgm:prSet>
      <dgm:spPr/>
    </dgm:pt>
    <dgm:pt modelId="{6325C580-BC6F-4043-A644-7D4E9797E608}" type="pres">
      <dgm:prSet presAssocID="{8E3F69E0-3CB2-47BB-A542-684A7FBB8C60}" presName="rootConnector" presStyleLbl="node2" presStyleIdx="0" presStyleCnt="3"/>
      <dgm:spPr/>
    </dgm:pt>
    <dgm:pt modelId="{AFFE612A-0858-4200-B50D-845A40AE2E09}" type="pres">
      <dgm:prSet presAssocID="{8E3F69E0-3CB2-47BB-A542-684A7FBB8C60}" presName="hierChild4" presStyleCnt="0"/>
      <dgm:spPr/>
    </dgm:pt>
    <dgm:pt modelId="{768128E1-C093-4A4A-BB4E-01B7696AFDE6}" type="pres">
      <dgm:prSet presAssocID="{8E3F69E0-3CB2-47BB-A542-684A7FBB8C60}" presName="hierChild5" presStyleCnt="0"/>
      <dgm:spPr/>
    </dgm:pt>
    <dgm:pt modelId="{355BC530-62D9-417E-A313-B7633D3B7FF6}" type="pres">
      <dgm:prSet presAssocID="{0DEAB536-4BB5-48DE-BA05-813445149A42}" presName="Name37" presStyleLbl="parChTrans1D2" presStyleIdx="1" presStyleCnt="3"/>
      <dgm:spPr/>
    </dgm:pt>
    <dgm:pt modelId="{4B8F4D28-A153-4837-AEF8-689040C869A4}" type="pres">
      <dgm:prSet presAssocID="{0F5B3F04-99F6-4A31-B11F-FC4355DB3966}" presName="hierRoot2" presStyleCnt="0">
        <dgm:presLayoutVars>
          <dgm:hierBranch val="init"/>
        </dgm:presLayoutVars>
      </dgm:prSet>
      <dgm:spPr/>
    </dgm:pt>
    <dgm:pt modelId="{357629D6-20EB-4893-AC26-FD514C9AC3DE}" type="pres">
      <dgm:prSet presAssocID="{0F5B3F04-99F6-4A31-B11F-FC4355DB3966}" presName="rootComposite" presStyleCnt="0"/>
      <dgm:spPr/>
    </dgm:pt>
    <dgm:pt modelId="{926ACE8A-1AF1-4EA0-A97B-0B7DA8EF351C}" type="pres">
      <dgm:prSet presAssocID="{0F5B3F04-99F6-4A31-B11F-FC4355DB3966}" presName="rootText" presStyleLbl="node2" presStyleIdx="1" presStyleCnt="3">
        <dgm:presLayoutVars>
          <dgm:chPref val="3"/>
        </dgm:presLayoutVars>
      </dgm:prSet>
      <dgm:spPr/>
    </dgm:pt>
    <dgm:pt modelId="{1A83497D-79D0-48DA-841B-4502C013FD6F}" type="pres">
      <dgm:prSet presAssocID="{0F5B3F04-99F6-4A31-B11F-FC4355DB3966}" presName="rootConnector" presStyleLbl="node2" presStyleIdx="1" presStyleCnt="3"/>
      <dgm:spPr/>
    </dgm:pt>
    <dgm:pt modelId="{14DC9FFC-D4F2-4197-AFE7-4F4E484CC2A4}" type="pres">
      <dgm:prSet presAssocID="{0F5B3F04-99F6-4A31-B11F-FC4355DB3966}" presName="hierChild4" presStyleCnt="0"/>
      <dgm:spPr/>
    </dgm:pt>
    <dgm:pt modelId="{1C939829-82D3-4882-AA52-40F14C5D1F57}" type="pres">
      <dgm:prSet presAssocID="{0F5B3F04-99F6-4A31-B11F-FC4355DB3966}" presName="hierChild5" presStyleCnt="0"/>
      <dgm:spPr/>
    </dgm:pt>
    <dgm:pt modelId="{BA3ABC7B-12AB-42EE-909A-5A4640D81003}" type="pres">
      <dgm:prSet presAssocID="{31A4CDF7-4517-4C23-A7C7-9C64C724623F}" presName="Name37" presStyleLbl="parChTrans1D2" presStyleIdx="2" presStyleCnt="3"/>
      <dgm:spPr/>
    </dgm:pt>
    <dgm:pt modelId="{72E61429-A021-452E-B2D9-1A517BEA263D}" type="pres">
      <dgm:prSet presAssocID="{6743142F-F176-4E50-9064-94DFC0BE08A2}" presName="hierRoot2" presStyleCnt="0">
        <dgm:presLayoutVars>
          <dgm:hierBranch val="init"/>
        </dgm:presLayoutVars>
      </dgm:prSet>
      <dgm:spPr/>
    </dgm:pt>
    <dgm:pt modelId="{7CDE48C5-4C28-4EF3-9711-F584590A8D7D}" type="pres">
      <dgm:prSet presAssocID="{6743142F-F176-4E50-9064-94DFC0BE08A2}" presName="rootComposite" presStyleCnt="0"/>
      <dgm:spPr/>
    </dgm:pt>
    <dgm:pt modelId="{3F01AFFB-349B-4CE4-8AB3-7DD15597B0B8}" type="pres">
      <dgm:prSet presAssocID="{6743142F-F176-4E50-9064-94DFC0BE08A2}" presName="rootText" presStyleLbl="node2" presStyleIdx="2" presStyleCnt="3">
        <dgm:presLayoutVars>
          <dgm:chPref val="3"/>
        </dgm:presLayoutVars>
      </dgm:prSet>
      <dgm:spPr/>
    </dgm:pt>
    <dgm:pt modelId="{C8CC463F-B247-48EE-89D0-CAB87B511FAF}" type="pres">
      <dgm:prSet presAssocID="{6743142F-F176-4E50-9064-94DFC0BE08A2}" presName="rootConnector" presStyleLbl="node2" presStyleIdx="2" presStyleCnt="3"/>
      <dgm:spPr/>
    </dgm:pt>
    <dgm:pt modelId="{F7A51974-EE52-4C4E-9DA0-8C90CB04068B}" type="pres">
      <dgm:prSet presAssocID="{6743142F-F176-4E50-9064-94DFC0BE08A2}" presName="hierChild4" presStyleCnt="0"/>
      <dgm:spPr/>
    </dgm:pt>
    <dgm:pt modelId="{F6BBCA57-4DE9-44E0-B91E-DA2BA026CE75}" type="pres">
      <dgm:prSet presAssocID="{6743142F-F176-4E50-9064-94DFC0BE08A2}" presName="hierChild5" presStyleCnt="0"/>
      <dgm:spPr/>
    </dgm:pt>
    <dgm:pt modelId="{60122076-BA58-4F8F-BB39-A2BEA31932EF}" type="pres">
      <dgm:prSet presAssocID="{F5BF9D3D-57A4-46A5-90BE-797D3615F53F}" presName="hierChild3" presStyleCnt="0"/>
      <dgm:spPr/>
    </dgm:pt>
  </dgm:ptLst>
  <dgm:cxnLst>
    <dgm:cxn modelId="{66404823-0D4F-4592-AB57-7650017A41A3}" srcId="{F5BF9D3D-57A4-46A5-90BE-797D3615F53F}" destId="{6743142F-F176-4E50-9064-94DFC0BE08A2}" srcOrd="2" destOrd="0" parTransId="{31A4CDF7-4517-4C23-A7C7-9C64C724623F}" sibTransId="{B601EE51-B7FF-40F6-8121-36FFB988409B}"/>
    <dgm:cxn modelId="{758D7B38-1834-41D3-8FC0-98363F8A1DBF}" type="presOf" srcId="{772CFC14-40EE-4423-931A-998C29C069C8}" destId="{D2616BD8-1951-432C-BFE2-AE91338E4010}" srcOrd="0" destOrd="0" presId="urn:microsoft.com/office/officeart/2005/8/layout/orgChart1"/>
    <dgm:cxn modelId="{A5DC483C-A240-4C36-B2AD-B7B8683EF32F}" type="presOf" srcId="{8E3F69E0-3CB2-47BB-A542-684A7FBB8C60}" destId="{6325C580-BC6F-4043-A644-7D4E9797E608}" srcOrd="1" destOrd="0" presId="urn:microsoft.com/office/officeart/2005/8/layout/orgChart1"/>
    <dgm:cxn modelId="{B731D373-B075-457B-95A5-8AE878C6E97C}" type="presOf" srcId="{F5BF9D3D-57A4-46A5-90BE-797D3615F53F}" destId="{4D2BE1EB-E3BF-4330-9607-644062499B1B}" srcOrd="0" destOrd="0" presId="urn:microsoft.com/office/officeart/2005/8/layout/orgChart1"/>
    <dgm:cxn modelId="{A6CDE282-D78B-4DEB-9C75-B57224366E16}" srcId="{F5BF9D3D-57A4-46A5-90BE-797D3615F53F}" destId="{8E3F69E0-3CB2-47BB-A542-684A7FBB8C60}" srcOrd="0" destOrd="0" parTransId="{772CFC14-40EE-4423-931A-998C29C069C8}" sibTransId="{26A34353-E18B-434F-9E9C-E358DFD91BFB}"/>
    <dgm:cxn modelId="{7374548D-F3F2-4EF6-98B5-247508F51D60}" type="presOf" srcId="{1A4F63E4-BA20-4A74-A8B8-FD46530D3F28}" destId="{E30EB7BB-723C-4F47-80F2-64778EB98E83}" srcOrd="0" destOrd="0" presId="urn:microsoft.com/office/officeart/2005/8/layout/orgChart1"/>
    <dgm:cxn modelId="{FD3F9B8D-16E9-4B32-96BE-2309EC6A1973}" type="presOf" srcId="{F5BF9D3D-57A4-46A5-90BE-797D3615F53F}" destId="{2B2F843E-8F2F-444A-A110-7A8C5BAFAFFA}" srcOrd="1" destOrd="0" presId="urn:microsoft.com/office/officeart/2005/8/layout/orgChart1"/>
    <dgm:cxn modelId="{1CB8BD96-7C1C-4DF7-83A9-AA7B2B44B3DD}" type="presOf" srcId="{0F5B3F04-99F6-4A31-B11F-FC4355DB3966}" destId="{926ACE8A-1AF1-4EA0-A97B-0B7DA8EF351C}" srcOrd="0" destOrd="0" presId="urn:microsoft.com/office/officeart/2005/8/layout/orgChart1"/>
    <dgm:cxn modelId="{9259599A-B71D-40F7-8BC6-F34A80D308DA}" type="presOf" srcId="{0DEAB536-4BB5-48DE-BA05-813445149A42}" destId="{355BC530-62D9-417E-A313-B7633D3B7FF6}" srcOrd="0" destOrd="0" presId="urn:microsoft.com/office/officeart/2005/8/layout/orgChart1"/>
    <dgm:cxn modelId="{48F971B8-CCE9-48C5-917E-08F1B1462CC0}" type="presOf" srcId="{8E3F69E0-3CB2-47BB-A542-684A7FBB8C60}" destId="{8EEB9725-7304-4E52-A622-B4578750EFD8}" srcOrd="0" destOrd="0" presId="urn:microsoft.com/office/officeart/2005/8/layout/orgChart1"/>
    <dgm:cxn modelId="{73D56CB9-CB31-41E4-BB2C-B4A7CD6E64AA}" type="presOf" srcId="{31A4CDF7-4517-4C23-A7C7-9C64C724623F}" destId="{BA3ABC7B-12AB-42EE-909A-5A4640D81003}" srcOrd="0" destOrd="0" presId="urn:microsoft.com/office/officeart/2005/8/layout/orgChart1"/>
    <dgm:cxn modelId="{496ABABE-6B71-49AB-8FAE-4802F6F8A4A3}" type="presOf" srcId="{6743142F-F176-4E50-9064-94DFC0BE08A2}" destId="{3F01AFFB-349B-4CE4-8AB3-7DD15597B0B8}" srcOrd="0" destOrd="0" presId="urn:microsoft.com/office/officeart/2005/8/layout/orgChart1"/>
    <dgm:cxn modelId="{B0AFF2CC-AB85-40E1-B657-2EFC3265613D}" type="presOf" srcId="{6743142F-F176-4E50-9064-94DFC0BE08A2}" destId="{C8CC463F-B247-48EE-89D0-CAB87B511FAF}" srcOrd="1" destOrd="0" presId="urn:microsoft.com/office/officeart/2005/8/layout/orgChart1"/>
    <dgm:cxn modelId="{370621CE-C7B7-48DB-9054-F9B26C24D528}" srcId="{F5BF9D3D-57A4-46A5-90BE-797D3615F53F}" destId="{0F5B3F04-99F6-4A31-B11F-FC4355DB3966}" srcOrd="1" destOrd="0" parTransId="{0DEAB536-4BB5-48DE-BA05-813445149A42}" sibTransId="{0BDA6592-168C-41AF-858A-BDF2C6FABDF6}"/>
    <dgm:cxn modelId="{0D4DA0DD-466D-4713-96E7-71C8F389A7CC}" type="presOf" srcId="{0F5B3F04-99F6-4A31-B11F-FC4355DB3966}" destId="{1A83497D-79D0-48DA-841B-4502C013FD6F}" srcOrd="1" destOrd="0" presId="urn:microsoft.com/office/officeart/2005/8/layout/orgChart1"/>
    <dgm:cxn modelId="{26FAB3FB-ED50-47EA-A9DF-AF4A110C934C}" srcId="{1A4F63E4-BA20-4A74-A8B8-FD46530D3F28}" destId="{F5BF9D3D-57A4-46A5-90BE-797D3615F53F}" srcOrd="0" destOrd="0" parTransId="{3FB9494E-38C2-460F-A19C-076760C9012F}" sibTransId="{176974D5-0356-4CF1-AC9B-854E6D34F1B9}"/>
    <dgm:cxn modelId="{2BCC374F-2A0A-48FE-A090-C1590EC9DB17}" type="presParOf" srcId="{E30EB7BB-723C-4F47-80F2-64778EB98E83}" destId="{3A38B47F-5D20-418E-AF69-0FFD0EB0A624}" srcOrd="0" destOrd="0" presId="urn:microsoft.com/office/officeart/2005/8/layout/orgChart1"/>
    <dgm:cxn modelId="{B9E4D83F-52B1-4534-9850-F6878232AA6D}" type="presParOf" srcId="{3A38B47F-5D20-418E-AF69-0FFD0EB0A624}" destId="{85D6A80B-EFF9-4321-B98F-B451F291BB61}" srcOrd="0" destOrd="0" presId="urn:microsoft.com/office/officeart/2005/8/layout/orgChart1"/>
    <dgm:cxn modelId="{4928A3B2-1AF6-4A93-B9B8-54FB9C8E3344}" type="presParOf" srcId="{85D6A80B-EFF9-4321-B98F-B451F291BB61}" destId="{4D2BE1EB-E3BF-4330-9607-644062499B1B}" srcOrd="0" destOrd="0" presId="urn:microsoft.com/office/officeart/2005/8/layout/orgChart1"/>
    <dgm:cxn modelId="{C74E56AA-FDD4-4858-BC5C-7B49C1959544}" type="presParOf" srcId="{85D6A80B-EFF9-4321-B98F-B451F291BB61}" destId="{2B2F843E-8F2F-444A-A110-7A8C5BAFAFFA}" srcOrd="1" destOrd="0" presId="urn:microsoft.com/office/officeart/2005/8/layout/orgChart1"/>
    <dgm:cxn modelId="{2BBB7F6D-FD1F-4DF5-AA9E-07238F255E08}" type="presParOf" srcId="{3A38B47F-5D20-418E-AF69-0FFD0EB0A624}" destId="{C88D10AA-0A41-497F-9623-3C89AA31B3C8}" srcOrd="1" destOrd="0" presId="urn:microsoft.com/office/officeart/2005/8/layout/orgChart1"/>
    <dgm:cxn modelId="{FB1741AB-E724-4612-86C8-737CEE038577}" type="presParOf" srcId="{C88D10AA-0A41-497F-9623-3C89AA31B3C8}" destId="{D2616BD8-1951-432C-BFE2-AE91338E4010}" srcOrd="0" destOrd="0" presId="urn:microsoft.com/office/officeart/2005/8/layout/orgChart1"/>
    <dgm:cxn modelId="{262C6BDF-D46A-4484-865D-14930F065DA2}" type="presParOf" srcId="{C88D10AA-0A41-497F-9623-3C89AA31B3C8}" destId="{12D7A29D-5F47-4925-BF61-C752B32AD7A3}" srcOrd="1" destOrd="0" presId="urn:microsoft.com/office/officeart/2005/8/layout/orgChart1"/>
    <dgm:cxn modelId="{814272E0-1E0E-4ABA-B126-33B1879163D7}" type="presParOf" srcId="{12D7A29D-5F47-4925-BF61-C752B32AD7A3}" destId="{2B8F0698-B18B-42FF-9686-59A6655A3B56}" srcOrd="0" destOrd="0" presId="urn:microsoft.com/office/officeart/2005/8/layout/orgChart1"/>
    <dgm:cxn modelId="{C26FE9CC-3A2B-4413-BEB9-5D083C41DF17}" type="presParOf" srcId="{2B8F0698-B18B-42FF-9686-59A6655A3B56}" destId="{8EEB9725-7304-4E52-A622-B4578750EFD8}" srcOrd="0" destOrd="0" presId="urn:microsoft.com/office/officeart/2005/8/layout/orgChart1"/>
    <dgm:cxn modelId="{F399DF59-2D77-47FB-A256-C0383E976238}" type="presParOf" srcId="{2B8F0698-B18B-42FF-9686-59A6655A3B56}" destId="{6325C580-BC6F-4043-A644-7D4E9797E608}" srcOrd="1" destOrd="0" presId="urn:microsoft.com/office/officeart/2005/8/layout/orgChart1"/>
    <dgm:cxn modelId="{B9EEC3F2-D4FE-4CF6-BBB7-B7221D5AEA9B}" type="presParOf" srcId="{12D7A29D-5F47-4925-BF61-C752B32AD7A3}" destId="{AFFE612A-0858-4200-B50D-845A40AE2E09}" srcOrd="1" destOrd="0" presId="urn:microsoft.com/office/officeart/2005/8/layout/orgChart1"/>
    <dgm:cxn modelId="{4915BFE3-91EE-4E12-A217-A792B247E22C}" type="presParOf" srcId="{12D7A29D-5F47-4925-BF61-C752B32AD7A3}" destId="{768128E1-C093-4A4A-BB4E-01B7696AFDE6}" srcOrd="2" destOrd="0" presId="urn:microsoft.com/office/officeart/2005/8/layout/orgChart1"/>
    <dgm:cxn modelId="{840B588E-3B38-42F3-822B-5C85A2929B95}" type="presParOf" srcId="{C88D10AA-0A41-497F-9623-3C89AA31B3C8}" destId="{355BC530-62D9-417E-A313-B7633D3B7FF6}" srcOrd="2" destOrd="0" presId="urn:microsoft.com/office/officeart/2005/8/layout/orgChart1"/>
    <dgm:cxn modelId="{F928B825-318F-4A11-AEBE-3978D73D8F0F}" type="presParOf" srcId="{C88D10AA-0A41-497F-9623-3C89AA31B3C8}" destId="{4B8F4D28-A153-4837-AEF8-689040C869A4}" srcOrd="3" destOrd="0" presId="urn:microsoft.com/office/officeart/2005/8/layout/orgChart1"/>
    <dgm:cxn modelId="{D9BE36CD-5F9E-431F-8DD2-8E9BDD02855D}" type="presParOf" srcId="{4B8F4D28-A153-4837-AEF8-689040C869A4}" destId="{357629D6-20EB-4893-AC26-FD514C9AC3DE}" srcOrd="0" destOrd="0" presId="urn:microsoft.com/office/officeart/2005/8/layout/orgChart1"/>
    <dgm:cxn modelId="{38AD120C-4943-47C7-9531-E1F93D9B5689}" type="presParOf" srcId="{357629D6-20EB-4893-AC26-FD514C9AC3DE}" destId="{926ACE8A-1AF1-4EA0-A97B-0B7DA8EF351C}" srcOrd="0" destOrd="0" presId="urn:microsoft.com/office/officeart/2005/8/layout/orgChart1"/>
    <dgm:cxn modelId="{4BA72158-3628-4C13-9DCD-A9B93E629BBF}" type="presParOf" srcId="{357629D6-20EB-4893-AC26-FD514C9AC3DE}" destId="{1A83497D-79D0-48DA-841B-4502C013FD6F}" srcOrd="1" destOrd="0" presId="urn:microsoft.com/office/officeart/2005/8/layout/orgChart1"/>
    <dgm:cxn modelId="{1F42AECF-3330-4FB5-A78B-A7BCE9AB734E}" type="presParOf" srcId="{4B8F4D28-A153-4837-AEF8-689040C869A4}" destId="{14DC9FFC-D4F2-4197-AFE7-4F4E484CC2A4}" srcOrd="1" destOrd="0" presId="urn:microsoft.com/office/officeart/2005/8/layout/orgChart1"/>
    <dgm:cxn modelId="{7563C088-D590-4463-AA79-852A5FD7A9C7}" type="presParOf" srcId="{4B8F4D28-A153-4837-AEF8-689040C869A4}" destId="{1C939829-82D3-4882-AA52-40F14C5D1F57}" srcOrd="2" destOrd="0" presId="urn:microsoft.com/office/officeart/2005/8/layout/orgChart1"/>
    <dgm:cxn modelId="{440DB63D-FCD0-44D8-9B5C-4233FFD2A8B2}" type="presParOf" srcId="{C88D10AA-0A41-497F-9623-3C89AA31B3C8}" destId="{BA3ABC7B-12AB-42EE-909A-5A4640D81003}" srcOrd="4" destOrd="0" presId="urn:microsoft.com/office/officeart/2005/8/layout/orgChart1"/>
    <dgm:cxn modelId="{047D8A11-E72B-45C7-AADA-CDC03A86E3F0}" type="presParOf" srcId="{C88D10AA-0A41-497F-9623-3C89AA31B3C8}" destId="{72E61429-A021-452E-B2D9-1A517BEA263D}" srcOrd="5" destOrd="0" presId="urn:microsoft.com/office/officeart/2005/8/layout/orgChart1"/>
    <dgm:cxn modelId="{32AAB891-3B52-4D9E-AE7D-11A88EDC8A8C}" type="presParOf" srcId="{72E61429-A021-452E-B2D9-1A517BEA263D}" destId="{7CDE48C5-4C28-4EF3-9711-F584590A8D7D}" srcOrd="0" destOrd="0" presId="urn:microsoft.com/office/officeart/2005/8/layout/orgChart1"/>
    <dgm:cxn modelId="{472DCF3A-DB2A-464F-83DE-3C53D7D73DD8}" type="presParOf" srcId="{7CDE48C5-4C28-4EF3-9711-F584590A8D7D}" destId="{3F01AFFB-349B-4CE4-8AB3-7DD15597B0B8}" srcOrd="0" destOrd="0" presId="urn:microsoft.com/office/officeart/2005/8/layout/orgChart1"/>
    <dgm:cxn modelId="{BD69E14E-EC51-4611-8063-53FE0A2A0DC5}" type="presParOf" srcId="{7CDE48C5-4C28-4EF3-9711-F584590A8D7D}" destId="{C8CC463F-B247-48EE-89D0-CAB87B511FAF}" srcOrd="1" destOrd="0" presId="urn:microsoft.com/office/officeart/2005/8/layout/orgChart1"/>
    <dgm:cxn modelId="{DE0F623A-6FED-45AD-89F2-028D2E0D7A8C}" type="presParOf" srcId="{72E61429-A021-452E-B2D9-1A517BEA263D}" destId="{F7A51974-EE52-4C4E-9DA0-8C90CB04068B}" srcOrd="1" destOrd="0" presId="urn:microsoft.com/office/officeart/2005/8/layout/orgChart1"/>
    <dgm:cxn modelId="{9EEE0F0F-DD13-44E9-BACF-45FA334D8AF5}" type="presParOf" srcId="{72E61429-A021-452E-B2D9-1A517BEA263D}" destId="{F6BBCA57-4DE9-44E0-B91E-DA2BA026CE75}" srcOrd="2" destOrd="0" presId="urn:microsoft.com/office/officeart/2005/8/layout/orgChart1"/>
    <dgm:cxn modelId="{8A9D0EFE-549F-45DF-929C-F4E1DCB7FB5A}" type="presParOf" srcId="{3A38B47F-5D20-418E-AF69-0FFD0EB0A624}" destId="{60122076-BA58-4F8F-BB39-A2BEA31932E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A4F63E4-BA20-4A74-A8B8-FD46530D3F2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5BF9D3D-57A4-46A5-90BE-797D3615F53F}">
      <dgm:prSet phldrT="[Text]" phldr="0" custT="1"/>
      <dgm:spPr>
        <a:solidFill>
          <a:schemeClr val="accent1"/>
        </a:solidFill>
        <a:ln>
          <a:solidFill>
            <a:schemeClr val="tx1"/>
          </a:solidFill>
        </a:ln>
      </dgm:spPr>
      <dgm:t>
        <a:bodyPr/>
        <a:lstStyle/>
        <a:p>
          <a:r>
            <a:rPr lang="en-IN" sz="2400" dirty="0"/>
            <a:t>Retrieved Docs</a:t>
          </a:r>
        </a:p>
      </dgm:t>
    </dgm:pt>
    <dgm:pt modelId="{3FB9494E-38C2-460F-A19C-076760C9012F}" type="parTrans" cxnId="{26FAB3FB-ED50-47EA-A9DF-AF4A110C934C}">
      <dgm:prSet/>
      <dgm:spPr/>
      <dgm:t>
        <a:bodyPr/>
        <a:lstStyle/>
        <a:p>
          <a:endParaRPr lang="en-IN"/>
        </a:p>
      </dgm:t>
    </dgm:pt>
    <dgm:pt modelId="{176974D5-0356-4CF1-AC9B-854E6D34F1B9}" type="sibTrans" cxnId="{26FAB3FB-ED50-47EA-A9DF-AF4A110C934C}">
      <dgm:prSet/>
      <dgm:spPr/>
      <dgm:t>
        <a:bodyPr/>
        <a:lstStyle/>
        <a:p>
          <a:endParaRPr lang="en-IN"/>
        </a:p>
      </dgm:t>
    </dgm:pt>
    <dgm:pt modelId="{8E3F69E0-3CB2-47BB-A542-684A7FBB8C60}">
      <dgm:prSet phldrT="[Text]" phldr="0"/>
      <dgm:spPr/>
      <dgm:t>
        <a:bodyPr/>
        <a:lstStyle/>
        <a:p>
          <a:r>
            <a:rPr lang="en-IN"/>
            <a:t>Relevant</a:t>
          </a:r>
          <a:endParaRPr lang="en-IN" dirty="0"/>
        </a:p>
      </dgm:t>
    </dgm:pt>
    <dgm:pt modelId="{772CFC14-40EE-4423-931A-998C29C069C8}" type="parTrans" cxnId="{A6CDE282-D78B-4DEB-9C75-B57224366E16}">
      <dgm:prSet/>
      <dgm:spPr/>
      <dgm:t>
        <a:bodyPr/>
        <a:lstStyle/>
        <a:p>
          <a:endParaRPr lang="en-IN"/>
        </a:p>
      </dgm:t>
    </dgm:pt>
    <dgm:pt modelId="{26A34353-E18B-434F-9E9C-E358DFD91BFB}" type="sibTrans" cxnId="{A6CDE282-D78B-4DEB-9C75-B57224366E16}">
      <dgm:prSet/>
      <dgm:spPr/>
      <dgm:t>
        <a:bodyPr/>
        <a:lstStyle/>
        <a:p>
          <a:endParaRPr lang="en-IN"/>
        </a:p>
      </dgm:t>
    </dgm:pt>
    <dgm:pt modelId="{6743142F-F176-4E50-9064-94DFC0BE08A2}">
      <dgm:prSet phldrT="[Text]" phldr="0"/>
      <dgm:spPr/>
      <dgm:t>
        <a:bodyPr/>
        <a:lstStyle/>
        <a:p>
          <a:r>
            <a:rPr lang="en-IN" dirty="0"/>
            <a:t>Non Relevant</a:t>
          </a:r>
        </a:p>
      </dgm:t>
    </dgm:pt>
    <dgm:pt modelId="{31A4CDF7-4517-4C23-A7C7-9C64C724623F}" type="parTrans" cxnId="{66404823-0D4F-4592-AB57-7650017A41A3}">
      <dgm:prSet/>
      <dgm:spPr/>
      <dgm:t>
        <a:bodyPr/>
        <a:lstStyle/>
        <a:p>
          <a:endParaRPr lang="en-IN"/>
        </a:p>
      </dgm:t>
    </dgm:pt>
    <dgm:pt modelId="{B601EE51-B7FF-40F6-8121-36FFB988409B}" type="sibTrans" cxnId="{66404823-0D4F-4592-AB57-7650017A41A3}">
      <dgm:prSet/>
      <dgm:spPr/>
      <dgm:t>
        <a:bodyPr/>
        <a:lstStyle/>
        <a:p>
          <a:endParaRPr lang="en-IN"/>
        </a:p>
      </dgm:t>
    </dgm:pt>
    <dgm:pt modelId="{0F5B3F04-99F6-4A31-B11F-FC4355DB3966}">
      <dgm:prSet phldrT="[Text]" phldr="0"/>
      <dgm:spPr/>
      <dgm:t>
        <a:bodyPr/>
        <a:lstStyle/>
        <a:p>
          <a:r>
            <a:rPr lang="en-IN" dirty="0"/>
            <a:t>Ambiguous</a:t>
          </a:r>
        </a:p>
      </dgm:t>
    </dgm:pt>
    <dgm:pt modelId="{0DEAB536-4BB5-48DE-BA05-813445149A42}" type="parTrans" cxnId="{370621CE-C7B7-48DB-9054-F9B26C24D528}">
      <dgm:prSet/>
      <dgm:spPr/>
      <dgm:t>
        <a:bodyPr/>
        <a:lstStyle/>
        <a:p>
          <a:endParaRPr lang="en-IN"/>
        </a:p>
      </dgm:t>
    </dgm:pt>
    <dgm:pt modelId="{0BDA6592-168C-41AF-858A-BDF2C6FABDF6}" type="sibTrans" cxnId="{370621CE-C7B7-48DB-9054-F9B26C24D528}">
      <dgm:prSet/>
      <dgm:spPr/>
      <dgm:t>
        <a:bodyPr/>
        <a:lstStyle/>
        <a:p>
          <a:endParaRPr lang="en-IN"/>
        </a:p>
      </dgm:t>
    </dgm:pt>
    <dgm:pt modelId="{E30EB7BB-723C-4F47-80F2-64778EB98E83}" type="pres">
      <dgm:prSet presAssocID="{1A4F63E4-BA20-4A74-A8B8-FD46530D3F2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A38B47F-5D20-418E-AF69-0FFD0EB0A624}" type="pres">
      <dgm:prSet presAssocID="{F5BF9D3D-57A4-46A5-90BE-797D3615F53F}" presName="hierRoot1" presStyleCnt="0">
        <dgm:presLayoutVars>
          <dgm:hierBranch val="init"/>
        </dgm:presLayoutVars>
      </dgm:prSet>
      <dgm:spPr/>
    </dgm:pt>
    <dgm:pt modelId="{85D6A80B-EFF9-4321-B98F-B451F291BB61}" type="pres">
      <dgm:prSet presAssocID="{F5BF9D3D-57A4-46A5-90BE-797D3615F53F}" presName="rootComposite1" presStyleCnt="0"/>
      <dgm:spPr/>
    </dgm:pt>
    <dgm:pt modelId="{4D2BE1EB-E3BF-4330-9607-644062499B1B}" type="pres">
      <dgm:prSet presAssocID="{F5BF9D3D-57A4-46A5-90BE-797D3615F53F}" presName="rootText1" presStyleLbl="node0" presStyleIdx="0" presStyleCnt="1">
        <dgm:presLayoutVars>
          <dgm:chPref val="3"/>
        </dgm:presLayoutVars>
      </dgm:prSet>
      <dgm:spPr/>
    </dgm:pt>
    <dgm:pt modelId="{2B2F843E-8F2F-444A-A110-7A8C5BAFAFFA}" type="pres">
      <dgm:prSet presAssocID="{F5BF9D3D-57A4-46A5-90BE-797D3615F53F}" presName="rootConnector1" presStyleLbl="node1" presStyleIdx="0" presStyleCnt="0"/>
      <dgm:spPr/>
    </dgm:pt>
    <dgm:pt modelId="{C88D10AA-0A41-497F-9623-3C89AA31B3C8}" type="pres">
      <dgm:prSet presAssocID="{F5BF9D3D-57A4-46A5-90BE-797D3615F53F}" presName="hierChild2" presStyleCnt="0"/>
      <dgm:spPr/>
    </dgm:pt>
    <dgm:pt modelId="{D2616BD8-1951-432C-BFE2-AE91338E4010}" type="pres">
      <dgm:prSet presAssocID="{772CFC14-40EE-4423-931A-998C29C069C8}" presName="Name37" presStyleLbl="parChTrans1D2" presStyleIdx="0" presStyleCnt="3"/>
      <dgm:spPr/>
    </dgm:pt>
    <dgm:pt modelId="{12D7A29D-5F47-4925-BF61-C752B32AD7A3}" type="pres">
      <dgm:prSet presAssocID="{8E3F69E0-3CB2-47BB-A542-684A7FBB8C60}" presName="hierRoot2" presStyleCnt="0">
        <dgm:presLayoutVars>
          <dgm:hierBranch val="init"/>
        </dgm:presLayoutVars>
      </dgm:prSet>
      <dgm:spPr/>
    </dgm:pt>
    <dgm:pt modelId="{2B8F0698-B18B-42FF-9686-59A6655A3B56}" type="pres">
      <dgm:prSet presAssocID="{8E3F69E0-3CB2-47BB-A542-684A7FBB8C60}" presName="rootComposite" presStyleCnt="0"/>
      <dgm:spPr/>
    </dgm:pt>
    <dgm:pt modelId="{8EEB9725-7304-4E52-A622-B4578750EFD8}" type="pres">
      <dgm:prSet presAssocID="{8E3F69E0-3CB2-47BB-A542-684A7FBB8C60}" presName="rootText" presStyleLbl="node2" presStyleIdx="0" presStyleCnt="3">
        <dgm:presLayoutVars>
          <dgm:chPref val="3"/>
        </dgm:presLayoutVars>
      </dgm:prSet>
      <dgm:spPr/>
    </dgm:pt>
    <dgm:pt modelId="{6325C580-BC6F-4043-A644-7D4E9797E608}" type="pres">
      <dgm:prSet presAssocID="{8E3F69E0-3CB2-47BB-A542-684A7FBB8C60}" presName="rootConnector" presStyleLbl="node2" presStyleIdx="0" presStyleCnt="3"/>
      <dgm:spPr/>
    </dgm:pt>
    <dgm:pt modelId="{AFFE612A-0858-4200-B50D-845A40AE2E09}" type="pres">
      <dgm:prSet presAssocID="{8E3F69E0-3CB2-47BB-A542-684A7FBB8C60}" presName="hierChild4" presStyleCnt="0"/>
      <dgm:spPr/>
    </dgm:pt>
    <dgm:pt modelId="{768128E1-C093-4A4A-BB4E-01B7696AFDE6}" type="pres">
      <dgm:prSet presAssocID="{8E3F69E0-3CB2-47BB-A542-684A7FBB8C60}" presName="hierChild5" presStyleCnt="0"/>
      <dgm:spPr/>
    </dgm:pt>
    <dgm:pt modelId="{355BC530-62D9-417E-A313-B7633D3B7FF6}" type="pres">
      <dgm:prSet presAssocID="{0DEAB536-4BB5-48DE-BA05-813445149A42}" presName="Name37" presStyleLbl="parChTrans1D2" presStyleIdx="1" presStyleCnt="3"/>
      <dgm:spPr/>
    </dgm:pt>
    <dgm:pt modelId="{4B8F4D28-A153-4837-AEF8-689040C869A4}" type="pres">
      <dgm:prSet presAssocID="{0F5B3F04-99F6-4A31-B11F-FC4355DB3966}" presName="hierRoot2" presStyleCnt="0">
        <dgm:presLayoutVars>
          <dgm:hierBranch val="init"/>
        </dgm:presLayoutVars>
      </dgm:prSet>
      <dgm:spPr/>
    </dgm:pt>
    <dgm:pt modelId="{357629D6-20EB-4893-AC26-FD514C9AC3DE}" type="pres">
      <dgm:prSet presAssocID="{0F5B3F04-99F6-4A31-B11F-FC4355DB3966}" presName="rootComposite" presStyleCnt="0"/>
      <dgm:spPr/>
    </dgm:pt>
    <dgm:pt modelId="{926ACE8A-1AF1-4EA0-A97B-0B7DA8EF351C}" type="pres">
      <dgm:prSet presAssocID="{0F5B3F04-99F6-4A31-B11F-FC4355DB3966}" presName="rootText" presStyleLbl="node2" presStyleIdx="1" presStyleCnt="3">
        <dgm:presLayoutVars>
          <dgm:chPref val="3"/>
        </dgm:presLayoutVars>
      </dgm:prSet>
      <dgm:spPr/>
    </dgm:pt>
    <dgm:pt modelId="{1A83497D-79D0-48DA-841B-4502C013FD6F}" type="pres">
      <dgm:prSet presAssocID="{0F5B3F04-99F6-4A31-B11F-FC4355DB3966}" presName="rootConnector" presStyleLbl="node2" presStyleIdx="1" presStyleCnt="3"/>
      <dgm:spPr/>
    </dgm:pt>
    <dgm:pt modelId="{14DC9FFC-D4F2-4197-AFE7-4F4E484CC2A4}" type="pres">
      <dgm:prSet presAssocID="{0F5B3F04-99F6-4A31-B11F-FC4355DB3966}" presName="hierChild4" presStyleCnt="0"/>
      <dgm:spPr/>
    </dgm:pt>
    <dgm:pt modelId="{1C939829-82D3-4882-AA52-40F14C5D1F57}" type="pres">
      <dgm:prSet presAssocID="{0F5B3F04-99F6-4A31-B11F-FC4355DB3966}" presName="hierChild5" presStyleCnt="0"/>
      <dgm:spPr/>
    </dgm:pt>
    <dgm:pt modelId="{BA3ABC7B-12AB-42EE-909A-5A4640D81003}" type="pres">
      <dgm:prSet presAssocID="{31A4CDF7-4517-4C23-A7C7-9C64C724623F}" presName="Name37" presStyleLbl="parChTrans1D2" presStyleIdx="2" presStyleCnt="3"/>
      <dgm:spPr/>
    </dgm:pt>
    <dgm:pt modelId="{72E61429-A021-452E-B2D9-1A517BEA263D}" type="pres">
      <dgm:prSet presAssocID="{6743142F-F176-4E50-9064-94DFC0BE08A2}" presName="hierRoot2" presStyleCnt="0">
        <dgm:presLayoutVars>
          <dgm:hierBranch val="init"/>
        </dgm:presLayoutVars>
      </dgm:prSet>
      <dgm:spPr/>
    </dgm:pt>
    <dgm:pt modelId="{7CDE48C5-4C28-4EF3-9711-F584590A8D7D}" type="pres">
      <dgm:prSet presAssocID="{6743142F-F176-4E50-9064-94DFC0BE08A2}" presName="rootComposite" presStyleCnt="0"/>
      <dgm:spPr/>
    </dgm:pt>
    <dgm:pt modelId="{3F01AFFB-349B-4CE4-8AB3-7DD15597B0B8}" type="pres">
      <dgm:prSet presAssocID="{6743142F-F176-4E50-9064-94DFC0BE08A2}" presName="rootText" presStyleLbl="node2" presStyleIdx="2" presStyleCnt="3">
        <dgm:presLayoutVars>
          <dgm:chPref val="3"/>
        </dgm:presLayoutVars>
      </dgm:prSet>
      <dgm:spPr/>
    </dgm:pt>
    <dgm:pt modelId="{C8CC463F-B247-48EE-89D0-CAB87B511FAF}" type="pres">
      <dgm:prSet presAssocID="{6743142F-F176-4E50-9064-94DFC0BE08A2}" presName="rootConnector" presStyleLbl="node2" presStyleIdx="2" presStyleCnt="3"/>
      <dgm:spPr/>
    </dgm:pt>
    <dgm:pt modelId="{F7A51974-EE52-4C4E-9DA0-8C90CB04068B}" type="pres">
      <dgm:prSet presAssocID="{6743142F-F176-4E50-9064-94DFC0BE08A2}" presName="hierChild4" presStyleCnt="0"/>
      <dgm:spPr/>
    </dgm:pt>
    <dgm:pt modelId="{F6BBCA57-4DE9-44E0-B91E-DA2BA026CE75}" type="pres">
      <dgm:prSet presAssocID="{6743142F-F176-4E50-9064-94DFC0BE08A2}" presName="hierChild5" presStyleCnt="0"/>
      <dgm:spPr/>
    </dgm:pt>
    <dgm:pt modelId="{60122076-BA58-4F8F-BB39-A2BEA31932EF}" type="pres">
      <dgm:prSet presAssocID="{F5BF9D3D-57A4-46A5-90BE-797D3615F53F}" presName="hierChild3" presStyleCnt="0"/>
      <dgm:spPr/>
    </dgm:pt>
  </dgm:ptLst>
  <dgm:cxnLst>
    <dgm:cxn modelId="{66404823-0D4F-4592-AB57-7650017A41A3}" srcId="{F5BF9D3D-57A4-46A5-90BE-797D3615F53F}" destId="{6743142F-F176-4E50-9064-94DFC0BE08A2}" srcOrd="2" destOrd="0" parTransId="{31A4CDF7-4517-4C23-A7C7-9C64C724623F}" sibTransId="{B601EE51-B7FF-40F6-8121-36FFB988409B}"/>
    <dgm:cxn modelId="{758D7B38-1834-41D3-8FC0-98363F8A1DBF}" type="presOf" srcId="{772CFC14-40EE-4423-931A-998C29C069C8}" destId="{D2616BD8-1951-432C-BFE2-AE91338E4010}" srcOrd="0" destOrd="0" presId="urn:microsoft.com/office/officeart/2005/8/layout/orgChart1"/>
    <dgm:cxn modelId="{A5DC483C-A240-4C36-B2AD-B7B8683EF32F}" type="presOf" srcId="{8E3F69E0-3CB2-47BB-A542-684A7FBB8C60}" destId="{6325C580-BC6F-4043-A644-7D4E9797E608}" srcOrd="1" destOrd="0" presId="urn:microsoft.com/office/officeart/2005/8/layout/orgChart1"/>
    <dgm:cxn modelId="{B731D373-B075-457B-95A5-8AE878C6E97C}" type="presOf" srcId="{F5BF9D3D-57A4-46A5-90BE-797D3615F53F}" destId="{4D2BE1EB-E3BF-4330-9607-644062499B1B}" srcOrd="0" destOrd="0" presId="urn:microsoft.com/office/officeart/2005/8/layout/orgChart1"/>
    <dgm:cxn modelId="{A6CDE282-D78B-4DEB-9C75-B57224366E16}" srcId="{F5BF9D3D-57A4-46A5-90BE-797D3615F53F}" destId="{8E3F69E0-3CB2-47BB-A542-684A7FBB8C60}" srcOrd="0" destOrd="0" parTransId="{772CFC14-40EE-4423-931A-998C29C069C8}" sibTransId="{26A34353-E18B-434F-9E9C-E358DFD91BFB}"/>
    <dgm:cxn modelId="{7374548D-F3F2-4EF6-98B5-247508F51D60}" type="presOf" srcId="{1A4F63E4-BA20-4A74-A8B8-FD46530D3F28}" destId="{E30EB7BB-723C-4F47-80F2-64778EB98E83}" srcOrd="0" destOrd="0" presId="urn:microsoft.com/office/officeart/2005/8/layout/orgChart1"/>
    <dgm:cxn modelId="{FD3F9B8D-16E9-4B32-96BE-2309EC6A1973}" type="presOf" srcId="{F5BF9D3D-57A4-46A5-90BE-797D3615F53F}" destId="{2B2F843E-8F2F-444A-A110-7A8C5BAFAFFA}" srcOrd="1" destOrd="0" presId="urn:microsoft.com/office/officeart/2005/8/layout/orgChart1"/>
    <dgm:cxn modelId="{1CB8BD96-7C1C-4DF7-83A9-AA7B2B44B3DD}" type="presOf" srcId="{0F5B3F04-99F6-4A31-B11F-FC4355DB3966}" destId="{926ACE8A-1AF1-4EA0-A97B-0B7DA8EF351C}" srcOrd="0" destOrd="0" presId="urn:microsoft.com/office/officeart/2005/8/layout/orgChart1"/>
    <dgm:cxn modelId="{9259599A-B71D-40F7-8BC6-F34A80D308DA}" type="presOf" srcId="{0DEAB536-4BB5-48DE-BA05-813445149A42}" destId="{355BC530-62D9-417E-A313-B7633D3B7FF6}" srcOrd="0" destOrd="0" presId="urn:microsoft.com/office/officeart/2005/8/layout/orgChart1"/>
    <dgm:cxn modelId="{48F971B8-CCE9-48C5-917E-08F1B1462CC0}" type="presOf" srcId="{8E3F69E0-3CB2-47BB-A542-684A7FBB8C60}" destId="{8EEB9725-7304-4E52-A622-B4578750EFD8}" srcOrd="0" destOrd="0" presId="urn:microsoft.com/office/officeart/2005/8/layout/orgChart1"/>
    <dgm:cxn modelId="{73D56CB9-CB31-41E4-BB2C-B4A7CD6E64AA}" type="presOf" srcId="{31A4CDF7-4517-4C23-A7C7-9C64C724623F}" destId="{BA3ABC7B-12AB-42EE-909A-5A4640D81003}" srcOrd="0" destOrd="0" presId="urn:microsoft.com/office/officeart/2005/8/layout/orgChart1"/>
    <dgm:cxn modelId="{496ABABE-6B71-49AB-8FAE-4802F6F8A4A3}" type="presOf" srcId="{6743142F-F176-4E50-9064-94DFC0BE08A2}" destId="{3F01AFFB-349B-4CE4-8AB3-7DD15597B0B8}" srcOrd="0" destOrd="0" presId="urn:microsoft.com/office/officeart/2005/8/layout/orgChart1"/>
    <dgm:cxn modelId="{B0AFF2CC-AB85-40E1-B657-2EFC3265613D}" type="presOf" srcId="{6743142F-F176-4E50-9064-94DFC0BE08A2}" destId="{C8CC463F-B247-48EE-89D0-CAB87B511FAF}" srcOrd="1" destOrd="0" presId="urn:microsoft.com/office/officeart/2005/8/layout/orgChart1"/>
    <dgm:cxn modelId="{370621CE-C7B7-48DB-9054-F9B26C24D528}" srcId="{F5BF9D3D-57A4-46A5-90BE-797D3615F53F}" destId="{0F5B3F04-99F6-4A31-B11F-FC4355DB3966}" srcOrd="1" destOrd="0" parTransId="{0DEAB536-4BB5-48DE-BA05-813445149A42}" sibTransId="{0BDA6592-168C-41AF-858A-BDF2C6FABDF6}"/>
    <dgm:cxn modelId="{0D4DA0DD-466D-4713-96E7-71C8F389A7CC}" type="presOf" srcId="{0F5B3F04-99F6-4A31-B11F-FC4355DB3966}" destId="{1A83497D-79D0-48DA-841B-4502C013FD6F}" srcOrd="1" destOrd="0" presId="urn:microsoft.com/office/officeart/2005/8/layout/orgChart1"/>
    <dgm:cxn modelId="{26FAB3FB-ED50-47EA-A9DF-AF4A110C934C}" srcId="{1A4F63E4-BA20-4A74-A8B8-FD46530D3F28}" destId="{F5BF9D3D-57A4-46A5-90BE-797D3615F53F}" srcOrd="0" destOrd="0" parTransId="{3FB9494E-38C2-460F-A19C-076760C9012F}" sibTransId="{176974D5-0356-4CF1-AC9B-854E6D34F1B9}"/>
    <dgm:cxn modelId="{2BCC374F-2A0A-48FE-A090-C1590EC9DB17}" type="presParOf" srcId="{E30EB7BB-723C-4F47-80F2-64778EB98E83}" destId="{3A38B47F-5D20-418E-AF69-0FFD0EB0A624}" srcOrd="0" destOrd="0" presId="urn:microsoft.com/office/officeart/2005/8/layout/orgChart1"/>
    <dgm:cxn modelId="{B9E4D83F-52B1-4534-9850-F6878232AA6D}" type="presParOf" srcId="{3A38B47F-5D20-418E-AF69-0FFD0EB0A624}" destId="{85D6A80B-EFF9-4321-B98F-B451F291BB61}" srcOrd="0" destOrd="0" presId="urn:microsoft.com/office/officeart/2005/8/layout/orgChart1"/>
    <dgm:cxn modelId="{4928A3B2-1AF6-4A93-B9B8-54FB9C8E3344}" type="presParOf" srcId="{85D6A80B-EFF9-4321-B98F-B451F291BB61}" destId="{4D2BE1EB-E3BF-4330-9607-644062499B1B}" srcOrd="0" destOrd="0" presId="urn:microsoft.com/office/officeart/2005/8/layout/orgChart1"/>
    <dgm:cxn modelId="{C74E56AA-FDD4-4858-BC5C-7B49C1959544}" type="presParOf" srcId="{85D6A80B-EFF9-4321-B98F-B451F291BB61}" destId="{2B2F843E-8F2F-444A-A110-7A8C5BAFAFFA}" srcOrd="1" destOrd="0" presId="urn:microsoft.com/office/officeart/2005/8/layout/orgChart1"/>
    <dgm:cxn modelId="{2BBB7F6D-FD1F-4DF5-AA9E-07238F255E08}" type="presParOf" srcId="{3A38B47F-5D20-418E-AF69-0FFD0EB0A624}" destId="{C88D10AA-0A41-497F-9623-3C89AA31B3C8}" srcOrd="1" destOrd="0" presId="urn:microsoft.com/office/officeart/2005/8/layout/orgChart1"/>
    <dgm:cxn modelId="{FB1741AB-E724-4612-86C8-737CEE038577}" type="presParOf" srcId="{C88D10AA-0A41-497F-9623-3C89AA31B3C8}" destId="{D2616BD8-1951-432C-BFE2-AE91338E4010}" srcOrd="0" destOrd="0" presId="urn:microsoft.com/office/officeart/2005/8/layout/orgChart1"/>
    <dgm:cxn modelId="{262C6BDF-D46A-4484-865D-14930F065DA2}" type="presParOf" srcId="{C88D10AA-0A41-497F-9623-3C89AA31B3C8}" destId="{12D7A29D-5F47-4925-BF61-C752B32AD7A3}" srcOrd="1" destOrd="0" presId="urn:microsoft.com/office/officeart/2005/8/layout/orgChart1"/>
    <dgm:cxn modelId="{814272E0-1E0E-4ABA-B126-33B1879163D7}" type="presParOf" srcId="{12D7A29D-5F47-4925-BF61-C752B32AD7A3}" destId="{2B8F0698-B18B-42FF-9686-59A6655A3B56}" srcOrd="0" destOrd="0" presId="urn:microsoft.com/office/officeart/2005/8/layout/orgChart1"/>
    <dgm:cxn modelId="{C26FE9CC-3A2B-4413-BEB9-5D083C41DF17}" type="presParOf" srcId="{2B8F0698-B18B-42FF-9686-59A6655A3B56}" destId="{8EEB9725-7304-4E52-A622-B4578750EFD8}" srcOrd="0" destOrd="0" presId="urn:microsoft.com/office/officeart/2005/8/layout/orgChart1"/>
    <dgm:cxn modelId="{F399DF59-2D77-47FB-A256-C0383E976238}" type="presParOf" srcId="{2B8F0698-B18B-42FF-9686-59A6655A3B56}" destId="{6325C580-BC6F-4043-A644-7D4E9797E608}" srcOrd="1" destOrd="0" presId="urn:microsoft.com/office/officeart/2005/8/layout/orgChart1"/>
    <dgm:cxn modelId="{B9EEC3F2-D4FE-4CF6-BBB7-B7221D5AEA9B}" type="presParOf" srcId="{12D7A29D-5F47-4925-BF61-C752B32AD7A3}" destId="{AFFE612A-0858-4200-B50D-845A40AE2E09}" srcOrd="1" destOrd="0" presId="urn:microsoft.com/office/officeart/2005/8/layout/orgChart1"/>
    <dgm:cxn modelId="{4915BFE3-91EE-4E12-A217-A792B247E22C}" type="presParOf" srcId="{12D7A29D-5F47-4925-BF61-C752B32AD7A3}" destId="{768128E1-C093-4A4A-BB4E-01B7696AFDE6}" srcOrd="2" destOrd="0" presId="urn:microsoft.com/office/officeart/2005/8/layout/orgChart1"/>
    <dgm:cxn modelId="{840B588E-3B38-42F3-822B-5C85A2929B95}" type="presParOf" srcId="{C88D10AA-0A41-497F-9623-3C89AA31B3C8}" destId="{355BC530-62D9-417E-A313-B7633D3B7FF6}" srcOrd="2" destOrd="0" presId="urn:microsoft.com/office/officeart/2005/8/layout/orgChart1"/>
    <dgm:cxn modelId="{F928B825-318F-4A11-AEBE-3978D73D8F0F}" type="presParOf" srcId="{C88D10AA-0A41-497F-9623-3C89AA31B3C8}" destId="{4B8F4D28-A153-4837-AEF8-689040C869A4}" srcOrd="3" destOrd="0" presId="urn:microsoft.com/office/officeart/2005/8/layout/orgChart1"/>
    <dgm:cxn modelId="{D9BE36CD-5F9E-431F-8DD2-8E9BDD02855D}" type="presParOf" srcId="{4B8F4D28-A153-4837-AEF8-689040C869A4}" destId="{357629D6-20EB-4893-AC26-FD514C9AC3DE}" srcOrd="0" destOrd="0" presId="urn:microsoft.com/office/officeart/2005/8/layout/orgChart1"/>
    <dgm:cxn modelId="{38AD120C-4943-47C7-9531-E1F93D9B5689}" type="presParOf" srcId="{357629D6-20EB-4893-AC26-FD514C9AC3DE}" destId="{926ACE8A-1AF1-4EA0-A97B-0B7DA8EF351C}" srcOrd="0" destOrd="0" presId="urn:microsoft.com/office/officeart/2005/8/layout/orgChart1"/>
    <dgm:cxn modelId="{4BA72158-3628-4C13-9DCD-A9B93E629BBF}" type="presParOf" srcId="{357629D6-20EB-4893-AC26-FD514C9AC3DE}" destId="{1A83497D-79D0-48DA-841B-4502C013FD6F}" srcOrd="1" destOrd="0" presId="urn:microsoft.com/office/officeart/2005/8/layout/orgChart1"/>
    <dgm:cxn modelId="{1F42AECF-3330-4FB5-A78B-A7BCE9AB734E}" type="presParOf" srcId="{4B8F4D28-A153-4837-AEF8-689040C869A4}" destId="{14DC9FFC-D4F2-4197-AFE7-4F4E484CC2A4}" srcOrd="1" destOrd="0" presId="urn:microsoft.com/office/officeart/2005/8/layout/orgChart1"/>
    <dgm:cxn modelId="{7563C088-D590-4463-AA79-852A5FD7A9C7}" type="presParOf" srcId="{4B8F4D28-A153-4837-AEF8-689040C869A4}" destId="{1C939829-82D3-4882-AA52-40F14C5D1F57}" srcOrd="2" destOrd="0" presId="urn:microsoft.com/office/officeart/2005/8/layout/orgChart1"/>
    <dgm:cxn modelId="{440DB63D-FCD0-44D8-9B5C-4233FFD2A8B2}" type="presParOf" srcId="{C88D10AA-0A41-497F-9623-3C89AA31B3C8}" destId="{BA3ABC7B-12AB-42EE-909A-5A4640D81003}" srcOrd="4" destOrd="0" presId="urn:microsoft.com/office/officeart/2005/8/layout/orgChart1"/>
    <dgm:cxn modelId="{047D8A11-E72B-45C7-AADA-CDC03A86E3F0}" type="presParOf" srcId="{C88D10AA-0A41-497F-9623-3C89AA31B3C8}" destId="{72E61429-A021-452E-B2D9-1A517BEA263D}" srcOrd="5" destOrd="0" presId="urn:microsoft.com/office/officeart/2005/8/layout/orgChart1"/>
    <dgm:cxn modelId="{32AAB891-3B52-4D9E-AE7D-11A88EDC8A8C}" type="presParOf" srcId="{72E61429-A021-452E-B2D9-1A517BEA263D}" destId="{7CDE48C5-4C28-4EF3-9711-F584590A8D7D}" srcOrd="0" destOrd="0" presId="urn:microsoft.com/office/officeart/2005/8/layout/orgChart1"/>
    <dgm:cxn modelId="{472DCF3A-DB2A-464F-83DE-3C53D7D73DD8}" type="presParOf" srcId="{7CDE48C5-4C28-4EF3-9711-F584590A8D7D}" destId="{3F01AFFB-349B-4CE4-8AB3-7DD15597B0B8}" srcOrd="0" destOrd="0" presId="urn:microsoft.com/office/officeart/2005/8/layout/orgChart1"/>
    <dgm:cxn modelId="{BD69E14E-EC51-4611-8063-53FE0A2A0DC5}" type="presParOf" srcId="{7CDE48C5-4C28-4EF3-9711-F584590A8D7D}" destId="{C8CC463F-B247-48EE-89D0-CAB87B511FAF}" srcOrd="1" destOrd="0" presId="urn:microsoft.com/office/officeart/2005/8/layout/orgChart1"/>
    <dgm:cxn modelId="{DE0F623A-6FED-45AD-89F2-028D2E0D7A8C}" type="presParOf" srcId="{72E61429-A021-452E-B2D9-1A517BEA263D}" destId="{F7A51974-EE52-4C4E-9DA0-8C90CB04068B}" srcOrd="1" destOrd="0" presId="urn:microsoft.com/office/officeart/2005/8/layout/orgChart1"/>
    <dgm:cxn modelId="{9EEE0F0F-DD13-44E9-BACF-45FA334D8AF5}" type="presParOf" srcId="{72E61429-A021-452E-B2D9-1A517BEA263D}" destId="{F6BBCA57-4DE9-44E0-B91E-DA2BA026CE75}" srcOrd="2" destOrd="0" presId="urn:microsoft.com/office/officeart/2005/8/layout/orgChart1"/>
    <dgm:cxn modelId="{8A9D0EFE-549F-45DF-929C-F4E1DCB7FB5A}" type="presParOf" srcId="{3A38B47F-5D20-418E-AF69-0FFD0EB0A624}" destId="{60122076-BA58-4F8F-BB39-A2BEA31932E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A4F63E4-BA20-4A74-A8B8-FD46530D3F2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5BF9D3D-57A4-46A5-90BE-797D3615F53F}">
      <dgm:prSet phldrT="[Text]" phldr="0" custT="1"/>
      <dgm:spPr>
        <a:solidFill>
          <a:schemeClr val="accent1"/>
        </a:solidFill>
        <a:ln>
          <a:solidFill>
            <a:schemeClr val="tx1"/>
          </a:solidFill>
        </a:ln>
      </dgm:spPr>
      <dgm:t>
        <a:bodyPr/>
        <a:lstStyle/>
        <a:p>
          <a:r>
            <a:rPr lang="en-IN" sz="2400" dirty="0"/>
            <a:t>Retrieved Docs</a:t>
          </a:r>
        </a:p>
      </dgm:t>
    </dgm:pt>
    <dgm:pt modelId="{3FB9494E-38C2-460F-A19C-076760C9012F}" type="parTrans" cxnId="{26FAB3FB-ED50-47EA-A9DF-AF4A110C934C}">
      <dgm:prSet/>
      <dgm:spPr/>
      <dgm:t>
        <a:bodyPr/>
        <a:lstStyle/>
        <a:p>
          <a:endParaRPr lang="en-IN"/>
        </a:p>
      </dgm:t>
    </dgm:pt>
    <dgm:pt modelId="{176974D5-0356-4CF1-AC9B-854E6D34F1B9}" type="sibTrans" cxnId="{26FAB3FB-ED50-47EA-A9DF-AF4A110C934C}">
      <dgm:prSet/>
      <dgm:spPr/>
      <dgm:t>
        <a:bodyPr/>
        <a:lstStyle/>
        <a:p>
          <a:endParaRPr lang="en-IN"/>
        </a:p>
      </dgm:t>
    </dgm:pt>
    <dgm:pt modelId="{8E3F69E0-3CB2-47BB-A542-684A7FBB8C60}">
      <dgm:prSet phldrT="[Text]" phldr="0"/>
      <dgm:spPr/>
      <dgm:t>
        <a:bodyPr/>
        <a:lstStyle/>
        <a:p>
          <a:r>
            <a:rPr lang="en-IN"/>
            <a:t>Relevant</a:t>
          </a:r>
          <a:endParaRPr lang="en-IN" dirty="0"/>
        </a:p>
      </dgm:t>
    </dgm:pt>
    <dgm:pt modelId="{772CFC14-40EE-4423-931A-998C29C069C8}" type="parTrans" cxnId="{A6CDE282-D78B-4DEB-9C75-B57224366E16}">
      <dgm:prSet/>
      <dgm:spPr/>
      <dgm:t>
        <a:bodyPr/>
        <a:lstStyle/>
        <a:p>
          <a:endParaRPr lang="en-IN"/>
        </a:p>
      </dgm:t>
    </dgm:pt>
    <dgm:pt modelId="{26A34353-E18B-434F-9E9C-E358DFD91BFB}" type="sibTrans" cxnId="{A6CDE282-D78B-4DEB-9C75-B57224366E16}">
      <dgm:prSet/>
      <dgm:spPr/>
      <dgm:t>
        <a:bodyPr/>
        <a:lstStyle/>
        <a:p>
          <a:endParaRPr lang="en-IN"/>
        </a:p>
      </dgm:t>
    </dgm:pt>
    <dgm:pt modelId="{6743142F-F176-4E50-9064-94DFC0BE08A2}">
      <dgm:prSet phldrT="[Text]" phldr="0"/>
      <dgm:spPr/>
      <dgm:t>
        <a:bodyPr/>
        <a:lstStyle/>
        <a:p>
          <a:r>
            <a:rPr lang="en-IN" dirty="0"/>
            <a:t>Non Relevant</a:t>
          </a:r>
        </a:p>
      </dgm:t>
    </dgm:pt>
    <dgm:pt modelId="{31A4CDF7-4517-4C23-A7C7-9C64C724623F}" type="parTrans" cxnId="{66404823-0D4F-4592-AB57-7650017A41A3}">
      <dgm:prSet/>
      <dgm:spPr/>
      <dgm:t>
        <a:bodyPr/>
        <a:lstStyle/>
        <a:p>
          <a:endParaRPr lang="en-IN"/>
        </a:p>
      </dgm:t>
    </dgm:pt>
    <dgm:pt modelId="{B601EE51-B7FF-40F6-8121-36FFB988409B}" type="sibTrans" cxnId="{66404823-0D4F-4592-AB57-7650017A41A3}">
      <dgm:prSet/>
      <dgm:spPr/>
      <dgm:t>
        <a:bodyPr/>
        <a:lstStyle/>
        <a:p>
          <a:endParaRPr lang="en-IN"/>
        </a:p>
      </dgm:t>
    </dgm:pt>
    <dgm:pt modelId="{0F5B3F04-99F6-4A31-B11F-FC4355DB3966}">
      <dgm:prSet phldrT="[Text]" phldr="0"/>
      <dgm:spPr/>
      <dgm:t>
        <a:bodyPr/>
        <a:lstStyle/>
        <a:p>
          <a:r>
            <a:rPr lang="en-IN" dirty="0"/>
            <a:t>Ambiguous</a:t>
          </a:r>
        </a:p>
      </dgm:t>
    </dgm:pt>
    <dgm:pt modelId="{0DEAB536-4BB5-48DE-BA05-813445149A42}" type="parTrans" cxnId="{370621CE-C7B7-48DB-9054-F9B26C24D528}">
      <dgm:prSet/>
      <dgm:spPr/>
      <dgm:t>
        <a:bodyPr/>
        <a:lstStyle/>
        <a:p>
          <a:endParaRPr lang="en-IN"/>
        </a:p>
      </dgm:t>
    </dgm:pt>
    <dgm:pt modelId="{0BDA6592-168C-41AF-858A-BDF2C6FABDF6}" type="sibTrans" cxnId="{370621CE-C7B7-48DB-9054-F9B26C24D528}">
      <dgm:prSet/>
      <dgm:spPr/>
      <dgm:t>
        <a:bodyPr/>
        <a:lstStyle/>
        <a:p>
          <a:endParaRPr lang="en-IN"/>
        </a:p>
      </dgm:t>
    </dgm:pt>
    <dgm:pt modelId="{E30EB7BB-723C-4F47-80F2-64778EB98E83}" type="pres">
      <dgm:prSet presAssocID="{1A4F63E4-BA20-4A74-A8B8-FD46530D3F2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A38B47F-5D20-418E-AF69-0FFD0EB0A624}" type="pres">
      <dgm:prSet presAssocID="{F5BF9D3D-57A4-46A5-90BE-797D3615F53F}" presName="hierRoot1" presStyleCnt="0">
        <dgm:presLayoutVars>
          <dgm:hierBranch val="init"/>
        </dgm:presLayoutVars>
      </dgm:prSet>
      <dgm:spPr/>
    </dgm:pt>
    <dgm:pt modelId="{85D6A80B-EFF9-4321-B98F-B451F291BB61}" type="pres">
      <dgm:prSet presAssocID="{F5BF9D3D-57A4-46A5-90BE-797D3615F53F}" presName="rootComposite1" presStyleCnt="0"/>
      <dgm:spPr/>
    </dgm:pt>
    <dgm:pt modelId="{4D2BE1EB-E3BF-4330-9607-644062499B1B}" type="pres">
      <dgm:prSet presAssocID="{F5BF9D3D-57A4-46A5-90BE-797D3615F53F}" presName="rootText1" presStyleLbl="node0" presStyleIdx="0" presStyleCnt="1">
        <dgm:presLayoutVars>
          <dgm:chPref val="3"/>
        </dgm:presLayoutVars>
      </dgm:prSet>
      <dgm:spPr/>
    </dgm:pt>
    <dgm:pt modelId="{2B2F843E-8F2F-444A-A110-7A8C5BAFAFFA}" type="pres">
      <dgm:prSet presAssocID="{F5BF9D3D-57A4-46A5-90BE-797D3615F53F}" presName="rootConnector1" presStyleLbl="node1" presStyleIdx="0" presStyleCnt="0"/>
      <dgm:spPr/>
    </dgm:pt>
    <dgm:pt modelId="{C88D10AA-0A41-497F-9623-3C89AA31B3C8}" type="pres">
      <dgm:prSet presAssocID="{F5BF9D3D-57A4-46A5-90BE-797D3615F53F}" presName="hierChild2" presStyleCnt="0"/>
      <dgm:spPr/>
    </dgm:pt>
    <dgm:pt modelId="{D2616BD8-1951-432C-BFE2-AE91338E4010}" type="pres">
      <dgm:prSet presAssocID="{772CFC14-40EE-4423-931A-998C29C069C8}" presName="Name37" presStyleLbl="parChTrans1D2" presStyleIdx="0" presStyleCnt="3"/>
      <dgm:spPr/>
    </dgm:pt>
    <dgm:pt modelId="{12D7A29D-5F47-4925-BF61-C752B32AD7A3}" type="pres">
      <dgm:prSet presAssocID="{8E3F69E0-3CB2-47BB-A542-684A7FBB8C60}" presName="hierRoot2" presStyleCnt="0">
        <dgm:presLayoutVars>
          <dgm:hierBranch val="init"/>
        </dgm:presLayoutVars>
      </dgm:prSet>
      <dgm:spPr/>
    </dgm:pt>
    <dgm:pt modelId="{2B8F0698-B18B-42FF-9686-59A6655A3B56}" type="pres">
      <dgm:prSet presAssocID="{8E3F69E0-3CB2-47BB-A542-684A7FBB8C60}" presName="rootComposite" presStyleCnt="0"/>
      <dgm:spPr/>
    </dgm:pt>
    <dgm:pt modelId="{8EEB9725-7304-4E52-A622-B4578750EFD8}" type="pres">
      <dgm:prSet presAssocID="{8E3F69E0-3CB2-47BB-A542-684A7FBB8C60}" presName="rootText" presStyleLbl="node2" presStyleIdx="0" presStyleCnt="3">
        <dgm:presLayoutVars>
          <dgm:chPref val="3"/>
        </dgm:presLayoutVars>
      </dgm:prSet>
      <dgm:spPr/>
    </dgm:pt>
    <dgm:pt modelId="{6325C580-BC6F-4043-A644-7D4E9797E608}" type="pres">
      <dgm:prSet presAssocID="{8E3F69E0-3CB2-47BB-A542-684A7FBB8C60}" presName="rootConnector" presStyleLbl="node2" presStyleIdx="0" presStyleCnt="3"/>
      <dgm:spPr/>
    </dgm:pt>
    <dgm:pt modelId="{AFFE612A-0858-4200-B50D-845A40AE2E09}" type="pres">
      <dgm:prSet presAssocID="{8E3F69E0-3CB2-47BB-A542-684A7FBB8C60}" presName="hierChild4" presStyleCnt="0"/>
      <dgm:spPr/>
    </dgm:pt>
    <dgm:pt modelId="{768128E1-C093-4A4A-BB4E-01B7696AFDE6}" type="pres">
      <dgm:prSet presAssocID="{8E3F69E0-3CB2-47BB-A542-684A7FBB8C60}" presName="hierChild5" presStyleCnt="0"/>
      <dgm:spPr/>
    </dgm:pt>
    <dgm:pt modelId="{355BC530-62D9-417E-A313-B7633D3B7FF6}" type="pres">
      <dgm:prSet presAssocID="{0DEAB536-4BB5-48DE-BA05-813445149A42}" presName="Name37" presStyleLbl="parChTrans1D2" presStyleIdx="1" presStyleCnt="3"/>
      <dgm:spPr/>
    </dgm:pt>
    <dgm:pt modelId="{4B8F4D28-A153-4837-AEF8-689040C869A4}" type="pres">
      <dgm:prSet presAssocID="{0F5B3F04-99F6-4A31-B11F-FC4355DB3966}" presName="hierRoot2" presStyleCnt="0">
        <dgm:presLayoutVars>
          <dgm:hierBranch val="init"/>
        </dgm:presLayoutVars>
      </dgm:prSet>
      <dgm:spPr/>
    </dgm:pt>
    <dgm:pt modelId="{357629D6-20EB-4893-AC26-FD514C9AC3DE}" type="pres">
      <dgm:prSet presAssocID="{0F5B3F04-99F6-4A31-B11F-FC4355DB3966}" presName="rootComposite" presStyleCnt="0"/>
      <dgm:spPr/>
    </dgm:pt>
    <dgm:pt modelId="{926ACE8A-1AF1-4EA0-A97B-0B7DA8EF351C}" type="pres">
      <dgm:prSet presAssocID="{0F5B3F04-99F6-4A31-B11F-FC4355DB3966}" presName="rootText" presStyleLbl="node2" presStyleIdx="1" presStyleCnt="3">
        <dgm:presLayoutVars>
          <dgm:chPref val="3"/>
        </dgm:presLayoutVars>
      </dgm:prSet>
      <dgm:spPr/>
    </dgm:pt>
    <dgm:pt modelId="{1A83497D-79D0-48DA-841B-4502C013FD6F}" type="pres">
      <dgm:prSet presAssocID="{0F5B3F04-99F6-4A31-B11F-FC4355DB3966}" presName="rootConnector" presStyleLbl="node2" presStyleIdx="1" presStyleCnt="3"/>
      <dgm:spPr/>
    </dgm:pt>
    <dgm:pt modelId="{14DC9FFC-D4F2-4197-AFE7-4F4E484CC2A4}" type="pres">
      <dgm:prSet presAssocID="{0F5B3F04-99F6-4A31-B11F-FC4355DB3966}" presName="hierChild4" presStyleCnt="0"/>
      <dgm:spPr/>
    </dgm:pt>
    <dgm:pt modelId="{1C939829-82D3-4882-AA52-40F14C5D1F57}" type="pres">
      <dgm:prSet presAssocID="{0F5B3F04-99F6-4A31-B11F-FC4355DB3966}" presName="hierChild5" presStyleCnt="0"/>
      <dgm:spPr/>
    </dgm:pt>
    <dgm:pt modelId="{BA3ABC7B-12AB-42EE-909A-5A4640D81003}" type="pres">
      <dgm:prSet presAssocID="{31A4CDF7-4517-4C23-A7C7-9C64C724623F}" presName="Name37" presStyleLbl="parChTrans1D2" presStyleIdx="2" presStyleCnt="3"/>
      <dgm:spPr/>
    </dgm:pt>
    <dgm:pt modelId="{72E61429-A021-452E-B2D9-1A517BEA263D}" type="pres">
      <dgm:prSet presAssocID="{6743142F-F176-4E50-9064-94DFC0BE08A2}" presName="hierRoot2" presStyleCnt="0">
        <dgm:presLayoutVars>
          <dgm:hierBranch val="init"/>
        </dgm:presLayoutVars>
      </dgm:prSet>
      <dgm:spPr/>
    </dgm:pt>
    <dgm:pt modelId="{7CDE48C5-4C28-4EF3-9711-F584590A8D7D}" type="pres">
      <dgm:prSet presAssocID="{6743142F-F176-4E50-9064-94DFC0BE08A2}" presName="rootComposite" presStyleCnt="0"/>
      <dgm:spPr/>
    </dgm:pt>
    <dgm:pt modelId="{3F01AFFB-349B-4CE4-8AB3-7DD15597B0B8}" type="pres">
      <dgm:prSet presAssocID="{6743142F-F176-4E50-9064-94DFC0BE08A2}" presName="rootText" presStyleLbl="node2" presStyleIdx="2" presStyleCnt="3">
        <dgm:presLayoutVars>
          <dgm:chPref val="3"/>
        </dgm:presLayoutVars>
      </dgm:prSet>
      <dgm:spPr/>
    </dgm:pt>
    <dgm:pt modelId="{C8CC463F-B247-48EE-89D0-CAB87B511FAF}" type="pres">
      <dgm:prSet presAssocID="{6743142F-F176-4E50-9064-94DFC0BE08A2}" presName="rootConnector" presStyleLbl="node2" presStyleIdx="2" presStyleCnt="3"/>
      <dgm:spPr/>
    </dgm:pt>
    <dgm:pt modelId="{F7A51974-EE52-4C4E-9DA0-8C90CB04068B}" type="pres">
      <dgm:prSet presAssocID="{6743142F-F176-4E50-9064-94DFC0BE08A2}" presName="hierChild4" presStyleCnt="0"/>
      <dgm:spPr/>
    </dgm:pt>
    <dgm:pt modelId="{F6BBCA57-4DE9-44E0-B91E-DA2BA026CE75}" type="pres">
      <dgm:prSet presAssocID="{6743142F-F176-4E50-9064-94DFC0BE08A2}" presName="hierChild5" presStyleCnt="0"/>
      <dgm:spPr/>
    </dgm:pt>
    <dgm:pt modelId="{60122076-BA58-4F8F-BB39-A2BEA31932EF}" type="pres">
      <dgm:prSet presAssocID="{F5BF9D3D-57A4-46A5-90BE-797D3615F53F}" presName="hierChild3" presStyleCnt="0"/>
      <dgm:spPr/>
    </dgm:pt>
  </dgm:ptLst>
  <dgm:cxnLst>
    <dgm:cxn modelId="{66404823-0D4F-4592-AB57-7650017A41A3}" srcId="{F5BF9D3D-57A4-46A5-90BE-797D3615F53F}" destId="{6743142F-F176-4E50-9064-94DFC0BE08A2}" srcOrd="2" destOrd="0" parTransId="{31A4CDF7-4517-4C23-A7C7-9C64C724623F}" sibTransId="{B601EE51-B7FF-40F6-8121-36FFB988409B}"/>
    <dgm:cxn modelId="{758D7B38-1834-41D3-8FC0-98363F8A1DBF}" type="presOf" srcId="{772CFC14-40EE-4423-931A-998C29C069C8}" destId="{D2616BD8-1951-432C-BFE2-AE91338E4010}" srcOrd="0" destOrd="0" presId="urn:microsoft.com/office/officeart/2005/8/layout/orgChart1"/>
    <dgm:cxn modelId="{A5DC483C-A240-4C36-B2AD-B7B8683EF32F}" type="presOf" srcId="{8E3F69E0-3CB2-47BB-A542-684A7FBB8C60}" destId="{6325C580-BC6F-4043-A644-7D4E9797E608}" srcOrd="1" destOrd="0" presId="urn:microsoft.com/office/officeart/2005/8/layout/orgChart1"/>
    <dgm:cxn modelId="{B731D373-B075-457B-95A5-8AE878C6E97C}" type="presOf" srcId="{F5BF9D3D-57A4-46A5-90BE-797D3615F53F}" destId="{4D2BE1EB-E3BF-4330-9607-644062499B1B}" srcOrd="0" destOrd="0" presId="urn:microsoft.com/office/officeart/2005/8/layout/orgChart1"/>
    <dgm:cxn modelId="{A6CDE282-D78B-4DEB-9C75-B57224366E16}" srcId="{F5BF9D3D-57A4-46A5-90BE-797D3615F53F}" destId="{8E3F69E0-3CB2-47BB-A542-684A7FBB8C60}" srcOrd="0" destOrd="0" parTransId="{772CFC14-40EE-4423-931A-998C29C069C8}" sibTransId="{26A34353-E18B-434F-9E9C-E358DFD91BFB}"/>
    <dgm:cxn modelId="{7374548D-F3F2-4EF6-98B5-247508F51D60}" type="presOf" srcId="{1A4F63E4-BA20-4A74-A8B8-FD46530D3F28}" destId="{E30EB7BB-723C-4F47-80F2-64778EB98E83}" srcOrd="0" destOrd="0" presId="urn:microsoft.com/office/officeart/2005/8/layout/orgChart1"/>
    <dgm:cxn modelId="{FD3F9B8D-16E9-4B32-96BE-2309EC6A1973}" type="presOf" srcId="{F5BF9D3D-57A4-46A5-90BE-797D3615F53F}" destId="{2B2F843E-8F2F-444A-A110-7A8C5BAFAFFA}" srcOrd="1" destOrd="0" presId="urn:microsoft.com/office/officeart/2005/8/layout/orgChart1"/>
    <dgm:cxn modelId="{1CB8BD96-7C1C-4DF7-83A9-AA7B2B44B3DD}" type="presOf" srcId="{0F5B3F04-99F6-4A31-B11F-FC4355DB3966}" destId="{926ACE8A-1AF1-4EA0-A97B-0B7DA8EF351C}" srcOrd="0" destOrd="0" presId="urn:microsoft.com/office/officeart/2005/8/layout/orgChart1"/>
    <dgm:cxn modelId="{9259599A-B71D-40F7-8BC6-F34A80D308DA}" type="presOf" srcId="{0DEAB536-4BB5-48DE-BA05-813445149A42}" destId="{355BC530-62D9-417E-A313-B7633D3B7FF6}" srcOrd="0" destOrd="0" presId="urn:microsoft.com/office/officeart/2005/8/layout/orgChart1"/>
    <dgm:cxn modelId="{48F971B8-CCE9-48C5-917E-08F1B1462CC0}" type="presOf" srcId="{8E3F69E0-3CB2-47BB-A542-684A7FBB8C60}" destId="{8EEB9725-7304-4E52-A622-B4578750EFD8}" srcOrd="0" destOrd="0" presId="urn:microsoft.com/office/officeart/2005/8/layout/orgChart1"/>
    <dgm:cxn modelId="{73D56CB9-CB31-41E4-BB2C-B4A7CD6E64AA}" type="presOf" srcId="{31A4CDF7-4517-4C23-A7C7-9C64C724623F}" destId="{BA3ABC7B-12AB-42EE-909A-5A4640D81003}" srcOrd="0" destOrd="0" presId="urn:microsoft.com/office/officeart/2005/8/layout/orgChart1"/>
    <dgm:cxn modelId="{496ABABE-6B71-49AB-8FAE-4802F6F8A4A3}" type="presOf" srcId="{6743142F-F176-4E50-9064-94DFC0BE08A2}" destId="{3F01AFFB-349B-4CE4-8AB3-7DD15597B0B8}" srcOrd="0" destOrd="0" presId="urn:microsoft.com/office/officeart/2005/8/layout/orgChart1"/>
    <dgm:cxn modelId="{B0AFF2CC-AB85-40E1-B657-2EFC3265613D}" type="presOf" srcId="{6743142F-F176-4E50-9064-94DFC0BE08A2}" destId="{C8CC463F-B247-48EE-89D0-CAB87B511FAF}" srcOrd="1" destOrd="0" presId="urn:microsoft.com/office/officeart/2005/8/layout/orgChart1"/>
    <dgm:cxn modelId="{370621CE-C7B7-48DB-9054-F9B26C24D528}" srcId="{F5BF9D3D-57A4-46A5-90BE-797D3615F53F}" destId="{0F5B3F04-99F6-4A31-B11F-FC4355DB3966}" srcOrd="1" destOrd="0" parTransId="{0DEAB536-4BB5-48DE-BA05-813445149A42}" sibTransId="{0BDA6592-168C-41AF-858A-BDF2C6FABDF6}"/>
    <dgm:cxn modelId="{0D4DA0DD-466D-4713-96E7-71C8F389A7CC}" type="presOf" srcId="{0F5B3F04-99F6-4A31-B11F-FC4355DB3966}" destId="{1A83497D-79D0-48DA-841B-4502C013FD6F}" srcOrd="1" destOrd="0" presId="urn:microsoft.com/office/officeart/2005/8/layout/orgChart1"/>
    <dgm:cxn modelId="{26FAB3FB-ED50-47EA-A9DF-AF4A110C934C}" srcId="{1A4F63E4-BA20-4A74-A8B8-FD46530D3F28}" destId="{F5BF9D3D-57A4-46A5-90BE-797D3615F53F}" srcOrd="0" destOrd="0" parTransId="{3FB9494E-38C2-460F-A19C-076760C9012F}" sibTransId="{176974D5-0356-4CF1-AC9B-854E6D34F1B9}"/>
    <dgm:cxn modelId="{2BCC374F-2A0A-48FE-A090-C1590EC9DB17}" type="presParOf" srcId="{E30EB7BB-723C-4F47-80F2-64778EB98E83}" destId="{3A38B47F-5D20-418E-AF69-0FFD0EB0A624}" srcOrd="0" destOrd="0" presId="urn:microsoft.com/office/officeart/2005/8/layout/orgChart1"/>
    <dgm:cxn modelId="{B9E4D83F-52B1-4534-9850-F6878232AA6D}" type="presParOf" srcId="{3A38B47F-5D20-418E-AF69-0FFD0EB0A624}" destId="{85D6A80B-EFF9-4321-B98F-B451F291BB61}" srcOrd="0" destOrd="0" presId="urn:microsoft.com/office/officeart/2005/8/layout/orgChart1"/>
    <dgm:cxn modelId="{4928A3B2-1AF6-4A93-B9B8-54FB9C8E3344}" type="presParOf" srcId="{85D6A80B-EFF9-4321-B98F-B451F291BB61}" destId="{4D2BE1EB-E3BF-4330-9607-644062499B1B}" srcOrd="0" destOrd="0" presId="urn:microsoft.com/office/officeart/2005/8/layout/orgChart1"/>
    <dgm:cxn modelId="{C74E56AA-FDD4-4858-BC5C-7B49C1959544}" type="presParOf" srcId="{85D6A80B-EFF9-4321-B98F-B451F291BB61}" destId="{2B2F843E-8F2F-444A-A110-7A8C5BAFAFFA}" srcOrd="1" destOrd="0" presId="urn:microsoft.com/office/officeart/2005/8/layout/orgChart1"/>
    <dgm:cxn modelId="{2BBB7F6D-FD1F-4DF5-AA9E-07238F255E08}" type="presParOf" srcId="{3A38B47F-5D20-418E-AF69-0FFD0EB0A624}" destId="{C88D10AA-0A41-497F-9623-3C89AA31B3C8}" srcOrd="1" destOrd="0" presId="urn:microsoft.com/office/officeart/2005/8/layout/orgChart1"/>
    <dgm:cxn modelId="{FB1741AB-E724-4612-86C8-737CEE038577}" type="presParOf" srcId="{C88D10AA-0A41-497F-9623-3C89AA31B3C8}" destId="{D2616BD8-1951-432C-BFE2-AE91338E4010}" srcOrd="0" destOrd="0" presId="urn:microsoft.com/office/officeart/2005/8/layout/orgChart1"/>
    <dgm:cxn modelId="{262C6BDF-D46A-4484-865D-14930F065DA2}" type="presParOf" srcId="{C88D10AA-0A41-497F-9623-3C89AA31B3C8}" destId="{12D7A29D-5F47-4925-BF61-C752B32AD7A3}" srcOrd="1" destOrd="0" presId="urn:microsoft.com/office/officeart/2005/8/layout/orgChart1"/>
    <dgm:cxn modelId="{814272E0-1E0E-4ABA-B126-33B1879163D7}" type="presParOf" srcId="{12D7A29D-5F47-4925-BF61-C752B32AD7A3}" destId="{2B8F0698-B18B-42FF-9686-59A6655A3B56}" srcOrd="0" destOrd="0" presId="urn:microsoft.com/office/officeart/2005/8/layout/orgChart1"/>
    <dgm:cxn modelId="{C26FE9CC-3A2B-4413-BEB9-5D083C41DF17}" type="presParOf" srcId="{2B8F0698-B18B-42FF-9686-59A6655A3B56}" destId="{8EEB9725-7304-4E52-A622-B4578750EFD8}" srcOrd="0" destOrd="0" presId="urn:microsoft.com/office/officeart/2005/8/layout/orgChart1"/>
    <dgm:cxn modelId="{F399DF59-2D77-47FB-A256-C0383E976238}" type="presParOf" srcId="{2B8F0698-B18B-42FF-9686-59A6655A3B56}" destId="{6325C580-BC6F-4043-A644-7D4E9797E608}" srcOrd="1" destOrd="0" presId="urn:microsoft.com/office/officeart/2005/8/layout/orgChart1"/>
    <dgm:cxn modelId="{B9EEC3F2-D4FE-4CF6-BBB7-B7221D5AEA9B}" type="presParOf" srcId="{12D7A29D-5F47-4925-BF61-C752B32AD7A3}" destId="{AFFE612A-0858-4200-B50D-845A40AE2E09}" srcOrd="1" destOrd="0" presId="urn:microsoft.com/office/officeart/2005/8/layout/orgChart1"/>
    <dgm:cxn modelId="{4915BFE3-91EE-4E12-A217-A792B247E22C}" type="presParOf" srcId="{12D7A29D-5F47-4925-BF61-C752B32AD7A3}" destId="{768128E1-C093-4A4A-BB4E-01B7696AFDE6}" srcOrd="2" destOrd="0" presId="urn:microsoft.com/office/officeart/2005/8/layout/orgChart1"/>
    <dgm:cxn modelId="{840B588E-3B38-42F3-822B-5C85A2929B95}" type="presParOf" srcId="{C88D10AA-0A41-497F-9623-3C89AA31B3C8}" destId="{355BC530-62D9-417E-A313-B7633D3B7FF6}" srcOrd="2" destOrd="0" presId="urn:microsoft.com/office/officeart/2005/8/layout/orgChart1"/>
    <dgm:cxn modelId="{F928B825-318F-4A11-AEBE-3978D73D8F0F}" type="presParOf" srcId="{C88D10AA-0A41-497F-9623-3C89AA31B3C8}" destId="{4B8F4D28-A153-4837-AEF8-689040C869A4}" srcOrd="3" destOrd="0" presId="urn:microsoft.com/office/officeart/2005/8/layout/orgChart1"/>
    <dgm:cxn modelId="{D9BE36CD-5F9E-431F-8DD2-8E9BDD02855D}" type="presParOf" srcId="{4B8F4D28-A153-4837-AEF8-689040C869A4}" destId="{357629D6-20EB-4893-AC26-FD514C9AC3DE}" srcOrd="0" destOrd="0" presId="urn:microsoft.com/office/officeart/2005/8/layout/orgChart1"/>
    <dgm:cxn modelId="{38AD120C-4943-47C7-9531-E1F93D9B5689}" type="presParOf" srcId="{357629D6-20EB-4893-AC26-FD514C9AC3DE}" destId="{926ACE8A-1AF1-4EA0-A97B-0B7DA8EF351C}" srcOrd="0" destOrd="0" presId="urn:microsoft.com/office/officeart/2005/8/layout/orgChart1"/>
    <dgm:cxn modelId="{4BA72158-3628-4C13-9DCD-A9B93E629BBF}" type="presParOf" srcId="{357629D6-20EB-4893-AC26-FD514C9AC3DE}" destId="{1A83497D-79D0-48DA-841B-4502C013FD6F}" srcOrd="1" destOrd="0" presId="urn:microsoft.com/office/officeart/2005/8/layout/orgChart1"/>
    <dgm:cxn modelId="{1F42AECF-3330-4FB5-A78B-A7BCE9AB734E}" type="presParOf" srcId="{4B8F4D28-A153-4837-AEF8-689040C869A4}" destId="{14DC9FFC-D4F2-4197-AFE7-4F4E484CC2A4}" srcOrd="1" destOrd="0" presId="urn:microsoft.com/office/officeart/2005/8/layout/orgChart1"/>
    <dgm:cxn modelId="{7563C088-D590-4463-AA79-852A5FD7A9C7}" type="presParOf" srcId="{4B8F4D28-A153-4837-AEF8-689040C869A4}" destId="{1C939829-82D3-4882-AA52-40F14C5D1F57}" srcOrd="2" destOrd="0" presId="urn:microsoft.com/office/officeart/2005/8/layout/orgChart1"/>
    <dgm:cxn modelId="{440DB63D-FCD0-44D8-9B5C-4233FFD2A8B2}" type="presParOf" srcId="{C88D10AA-0A41-497F-9623-3C89AA31B3C8}" destId="{BA3ABC7B-12AB-42EE-909A-5A4640D81003}" srcOrd="4" destOrd="0" presId="urn:microsoft.com/office/officeart/2005/8/layout/orgChart1"/>
    <dgm:cxn modelId="{047D8A11-E72B-45C7-AADA-CDC03A86E3F0}" type="presParOf" srcId="{C88D10AA-0A41-497F-9623-3C89AA31B3C8}" destId="{72E61429-A021-452E-B2D9-1A517BEA263D}" srcOrd="5" destOrd="0" presId="urn:microsoft.com/office/officeart/2005/8/layout/orgChart1"/>
    <dgm:cxn modelId="{32AAB891-3B52-4D9E-AE7D-11A88EDC8A8C}" type="presParOf" srcId="{72E61429-A021-452E-B2D9-1A517BEA263D}" destId="{7CDE48C5-4C28-4EF3-9711-F584590A8D7D}" srcOrd="0" destOrd="0" presId="urn:microsoft.com/office/officeart/2005/8/layout/orgChart1"/>
    <dgm:cxn modelId="{472DCF3A-DB2A-464F-83DE-3C53D7D73DD8}" type="presParOf" srcId="{7CDE48C5-4C28-4EF3-9711-F584590A8D7D}" destId="{3F01AFFB-349B-4CE4-8AB3-7DD15597B0B8}" srcOrd="0" destOrd="0" presId="urn:microsoft.com/office/officeart/2005/8/layout/orgChart1"/>
    <dgm:cxn modelId="{BD69E14E-EC51-4611-8063-53FE0A2A0DC5}" type="presParOf" srcId="{7CDE48C5-4C28-4EF3-9711-F584590A8D7D}" destId="{C8CC463F-B247-48EE-89D0-CAB87B511FAF}" srcOrd="1" destOrd="0" presId="urn:microsoft.com/office/officeart/2005/8/layout/orgChart1"/>
    <dgm:cxn modelId="{DE0F623A-6FED-45AD-89F2-028D2E0D7A8C}" type="presParOf" srcId="{72E61429-A021-452E-B2D9-1A517BEA263D}" destId="{F7A51974-EE52-4C4E-9DA0-8C90CB04068B}" srcOrd="1" destOrd="0" presId="urn:microsoft.com/office/officeart/2005/8/layout/orgChart1"/>
    <dgm:cxn modelId="{9EEE0F0F-DD13-44E9-BACF-45FA334D8AF5}" type="presParOf" srcId="{72E61429-A021-452E-B2D9-1A517BEA263D}" destId="{F6BBCA57-4DE9-44E0-B91E-DA2BA026CE75}" srcOrd="2" destOrd="0" presId="urn:microsoft.com/office/officeart/2005/8/layout/orgChart1"/>
    <dgm:cxn modelId="{8A9D0EFE-549F-45DF-929C-F4E1DCB7FB5A}" type="presParOf" srcId="{3A38B47F-5D20-418E-AF69-0FFD0EB0A624}" destId="{60122076-BA58-4F8F-BB39-A2BEA31932E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A4F63E4-BA20-4A74-A8B8-FD46530D3F2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5BF9D3D-57A4-46A5-90BE-797D3615F53F}">
      <dgm:prSet phldrT="[Text]" phldr="0" custT="1"/>
      <dgm:spPr>
        <a:solidFill>
          <a:schemeClr val="accent1"/>
        </a:solidFill>
        <a:ln>
          <a:solidFill>
            <a:schemeClr val="tx1"/>
          </a:solidFill>
        </a:ln>
      </dgm:spPr>
      <dgm:t>
        <a:bodyPr/>
        <a:lstStyle/>
        <a:p>
          <a:r>
            <a:rPr lang="en-IN" sz="2400" dirty="0"/>
            <a:t>Retrieved Docs</a:t>
          </a:r>
        </a:p>
      </dgm:t>
    </dgm:pt>
    <dgm:pt modelId="{3FB9494E-38C2-460F-A19C-076760C9012F}" type="parTrans" cxnId="{26FAB3FB-ED50-47EA-A9DF-AF4A110C934C}">
      <dgm:prSet/>
      <dgm:spPr/>
      <dgm:t>
        <a:bodyPr/>
        <a:lstStyle/>
        <a:p>
          <a:endParaRPr lang="en-IN"/>
        </a:p>
      </dgm:t>
    </dgm:pt>
    <dgm:pt modelId="{176974D5-0356-4CF1-AC9B-854E6D34F1B9}" type="sibTrans" cxnId="{26FAB3FB-ED50-47EA-A9DF-AF4A110C934C}">
      <dgm:prSet/>
      <dgm:spPr/>
      <dgm:t>
        <a:bodyPr/>
        <a:lstStyle/>
        <a:p>
          <a:endParaRPr lang="en-IN"/>
        </a:p>
      </dgm:t>
    </dgm:pt>
    <dgm:pt modelId="{8E3F69E0-3CB2-47BB-A542-684A7FBB8C60}">
      <dgm:prSet phldrT="[Text]" phldr="0"/>
      <dgm:spPr/>
      <dgm:t>
        <a:bodyPr/>
        <a:lstStyle/>
        <a:p>
          <a:r>
            <a:rPr lang="en-IN"/>
            <a:t>Relevant</a:t>
          </a:r>
          <a:endParaRPr lang="en-IN" dirty="0"/>
        </a:p>
      </dgm:t>
    </dgm:pt>
    <dgm:pt modelId="{772CFC14-40EE-4423-931A-998C29C069C8}" type="parTrans" cxnId="{A6CDE282-D78B-4DEB-9C75-B57224366E16}">
      <dgm:prSet/>
      <dgm:spPr/>
      <dgm:t>
        <a:bodyPr/>
        <a:lstStyle/>
        <a:p>
          <a:endParaRPr lang="en-IN"/>
        </a:p>
      </dgm:t>
    </dgm:pt>
    <dgm:pt modelId="{26A34353-E18B-434F-9E9C-E358DFD91BFB}" type="sibTrans" cxnId="{A6CDE282-D78B-4DEB-9C75-B57224366E16}">
      <dgm:prSet/>
      <dgm:spPr/>
      <dgm:t>
        <a:bodyPr/>
        <a:lstStyle/>
        <a:p>
          <a:endParaRPr lang="en-IN"/>
        </a:p>
      </dgm:t>
    </dgm:pt>
    <dgm:pt modelId="{6743142F-F176-4E50-9064-94DFC0BE08A2}">
      <dgm:prSet phldrT="[Text]" phldr="0"/>
      <dgm:spPr/>
      <dgm:t>
        <a:bodyPr/>
        <a:lstStyle/>
        <a:p>
          <a:r>
            <a:rPr lang="en-IN" dirty="0"/>
            <a:t>Non Relevant</a:t>
          </a:r>
        </a:p>
      </dgm:t>
    </dgm:pt>
    <dgm:pt modelId="{31A4CDF7-4517-4C23-A7C7-9C64C724623F}" type="parTrans" cxnId="{66404823-0D4F-4592-AB57-7650017A41A3}">
      <dgm:prSet/>
      <dgm:spPr/>
      <dgm:t>
        <a:bodyPr/>
        <a:lstStyle/>
        <a:p>
          <a:endParaRPr lang="en-IN"/>
        </a:p>
      </dgm:t>
    </dgm:pt>
    <dgm:pt modelId="{B601EE51-B7FF-40F6-8121-36FFB988409B}" type="sibTrans" cxnId="{66404823-0D4F-4592-AB57-7650017A41A3}">
      <dgm:prSet/>
      <dgm:spPr/>
      <dgm:t>
        <a:bodyPr/>
        <a:lstStyle/>
        <a:p>
          <a:endParaRPr lang="en-IN"/>
        </a:p>
      </dgm:t>
    </dgm:pt>
    <dgm:pt modelId="{0F5B3F04-99F6-4A31-B11F-FC4355DB3966}">
      <dgm:prSet phldrT="[Text]" phldr="0"/>
      <dgm:spPr/>
      <dgm:t>
        <a:bodyPr/>
        <a:lstStyle/>
        <a:p>
          <a:r>
            <a:rPr lang="en-IN" dirty="0"/>
            <a:t>Ambiguous</a:t>
          </a:r>
        </a:p>
      </dgm:t>
    </dgm:pt>
    <dgm:pt modelId="{0DEAB536-4BB5-48DE-BA05-813445149A42}" type="parTrans" cxnId="{370621CE-C7B7-48DB-9054-F9B26C24D528}">
      <dgm:prSet/>
      <dgm:spPr/>
      <dgm:t>
        <a:bodyPr/>
        <a:lstStyle/>
        <a:p>
          <a:endParaRPr lang="en-IN"/>
        </a:p>
      </dgm:t>
    </dgm:pt>
    <dgm:pt modelId="{0BDA6592-168C-41AF-858A-BDF2C6FABDF6}" type="sibTrans" cxnId="{370621CE-C7B7-48DB-9054-F9B26C24D528}">
      <dgm:prSet/>
      <dgm:spPr/>
      <dgm:t>
        <a:bodyPr/>
        <a:lstStyle/>
        <a:p>
          <a:endParaRPr lang="en-IN"/>
        </a:p>
      </dgm:t>
    </dgm:pt>
    <dgm:pt modelId="{E30EB7BB-723C-4F47-80F2-64778EB98E83}" type="pres">
      <dgm:prSet presAssocID="{1A4F63E4-BA20-4A74-A8B8-FD46530D3F2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A38B47F-5D20-418E-AF69-0FFD0EB0A624}" type="pres">
      <dgm:prSet presAssocID="{F5BF9D3D-57A4-46A5-90BE-797D3615F53F}" presName="hierRoot1" presStyleCnt="0">
        <dgm:presLayoutVars>
          <dgm:hierBranch val="init"/>
        </dgm:presLayoutVars>
      </dgm:prSet>
      <dgm:spPr/>
    </dgm:pt>
    <dgm:pt modelId="{85D6A80B-EFF9-4321-B98F-B451F291BB61}" type="pres">
      <dgm:prSet presAssocID="{F5BF9D3D-57A4-46A5-90BE-797D3615F53F}" presName="rootComposite1" presStyleCnt="0"/>
      <dgm:spPr/>
    </dgm:pt>
    <dgm:pt modelId="{4D2BE1EB-E3BF-4330-9607-644062499B1B}" type="pres">
      <dgm:prSet presAssocID="{F5BF9D3D-57A4-46A5-90BE-797D3615F53F}" presName="rootText1" presStyleLbl="node0" presStyleIdx="0" presStyleCnt="1">
        <dgm:presLayoutVars>
          <dgm:chPref val="3"/>
        </dgm:presLayoutVars>
      </dgm:prSet>
      <dgm:spPr/>
    </dgm:pt>
    <dgm:pt modelId="{2B2F843E-8F2F-444A-A110-7A8C5BAFAFFA}" type="pres">
      <dgm:prSet presAssocID="{F5BF9D3D-57A4-46A5-90BE-797D3615F53F}" presName="rootConnector1" presStyleLbl="node1" presStyleIdx="0" presStyleCnt="0"/>
      <dgm:spPr/>
    </dgm:pt>
    <dgm:pt modelId="{C88D10AA-0A41-497F-9623-3C89AA31B3C8}" type="pres">
      <dgm:prSet presAssocID="{F5BF9D3D-57A4-46A5-90BE-797D3615F53F}" presName="hierChild2" presStyleCnt="0"/>
      <dgm:spPr/>
    </dgm:pt>
    <dgm:pt modelId="{D2616BD8-1951-432C-BFE2-AE91338E4010}" type="pres">
      <dgm:prSet presAssocID="{772CFC14-40EE-4423-931A-998C29C069C8}" presName="Name37" presStyleLbl="parChTrans1D2" presStyleIdx="0" presStyleCnt="3"/>
      <dgm:spPr/>
    </dgm:pt>
    <dgm:pt modelId="{12D7A29D-5F47-4925-BF61-C752B32AD7A3}" type="pres">
      <dgm:prSet presAssocID="{8E3F69E0-3CB2-47BB-A542-684A7FBB8C60}" presName="hierRoot2" presStyleCnt="0">
        <dgm:presLayoutVars>
          <dgm:hierBranch val="init"/>
        </dgm:presLayoutVars>
      </dgm:prSet>
      <dgm:spPr/>
    </dgm:pt>
    <dgm:pt modelId="{2B8F0698-B18B-42FF-9686-59A6655A3B56}" type="pres">
      <dgm:prSet presAssocID="{8E3F69E0-3CB2-47BB-A542-684A7FBB8C60}" presName="rootComposite" presStyleCnt="0"/>
      <dgm:spPr/>
    </dgm:pt>
    <dgm:pt modelId="{8EEB9725-7304-4E52-A622-B4578750EFD8}" type="pres">
      <dgm:prSet presAssocID="{8E3F69E0-3CB2-47BB-A542-684A7FBB8C60}" presName="rootText" presStyleLbl="node2" presStyleIdx="0" presStyleCnt="3">
        <dgm:presLayoutVars>
          <dgm:chPref val="3"/>
        </dgm:presLayoutVars>
      </dgm:prSet>
      <dgm:spPr/>
    </dgm:pt>
    <dgm:pt modelId="{6325C580-BC6F-4043-A644-7D4E9797E608}" type="pres">
      <dgm:prSet presAssocID="{8E3F69E0-3CB2-47BB-A542-684A7FBB8C60}" presName="rootConnector" presStyleLbl="node2" presStyleIdx="0" presStyleCnt="3"/>
      <dgm:spPr/>
    </dgm:pt>
    <dgm:pt modelId="{AFFE612A-0858-4200-B50D-845A40AE2E09}" type="pres">
      <dgm:prSet presAssocID="{8E3F69E0-3CB2-47BB-A542-684A7FBB8C60}" presName="hierChild4" presStyleCnt="0"/>
      <dgm:spPr/>
    </dgm:pt>
    <dgm:pt modelId="{768128E1-C093-4A4A-BB4E-01B7696AFDE6}" type="pres">
      <dgm:prSet presAssocID="{8E3F69E0-3CB2-47BB-A542-684A7FBB8C60}" presName="hierChild5" presStyleCnt="0"/>
      <dgm:spPr/>
    </dgm:pt>
    <dgm:pt modelId="{355BC530-62D9-417E-A313-B7633D3B7FF6}" type="pres">
      <dgm:prSet presAssocID="{0DEAB536-4BB5-48DE-BA05-813445149A42}" presName="Name37" presStyleLbl="parChTrans1D2" presStyleIdx="1" presStyleCnt="3"/>
      <dgm:spPr/>
    </dgm:pt>
    <dgm:pt modelId="{4B8F4D28-A153-4837-AEF8-689040C869A4}" type="pres">
      <dgm:prSet presAssocID="{0F5B3F04-99F6-4A31-B11F-FC4355DB3966}" presName="hierRoot2" presStyleCnt="0">
        <dgm:presLayoutVars>
          <dgm:hierBranch val="init"/>
        </dgm:presLayoutVars>
      </dgm:prSet>
      <dgm:spPr/>
    </dgm:pt>
    <dgm:pt modelId="{357629D6-20EB-4893-AC26-FD514C9AC3DE}" type="pres">
      <dgm:prSet presAssocID="{0F5B3F04-99F6-4A31-B11F-FC4355DB3966}" presName="rootComposite" presStyleCnt="0"/>
      <dgm:spPr/>
    </dgm:pt>
    <dgm:pt modelId="{926ACE8A-1AF1-4EA0-A97B-0B7DA8EF351C}" type="pres">
      <dgm:prSet presAssocID="{0F5B3F04-99F6-4A31-B11F-FC4355DB3966}" presName="rootText" presStyleLbl="node2" presStyleIdx="1" presStyleCnt="3">
        <dgm:presLayoutVars>
          <dgm:chPref val="3"/>
        </dgm:presLayoutVars>
      </dgm:prSet>
      <dgm:spPr/>
    </dgm:pt>
    <dgm:pt modelId="{1A83497D-79D0-48DA-841B-4502C013FD6F}" type="pres">
      <dgm:prSet presAssocID="{0F5B3F04-99F6-4A31-B11F-FC4355DB3966}" presName="rootConnector" presStyleLbl="node2" presStyleIdx="1" presStyleCnt="3"/>
      <dgm:spPr/>
    </dgm:pt>
    <dgm:pt modelId="{14DC9FFC-D4F2-4197-AFE7-4F4E484CC2A4}" type="pres">
      <dgm:prSet presAssocID="{0F5B3F04-99F6-4A31-B11F-FC4355DB3966}" presName="hierChild4" presStyleCnt="0"/>
      <dgm:spPr/>
    </dgm:pt>
    <dgm:pt modelId="{1C939829-82D3-4882-AA52-40F14C5D1F57}" type="pres">
      <dgm:prSet presAssocID="{0F5B3F04-99F6-4A31-B11F-FC4355DB3966}" presName="hierChild5" presStyleCnt="0"/>
      <dgm:spPr/>
    </dgm:pt>
    <dgm:pt modelId="{BA3ABC7B-12AB-42EE-909A-5A4640D81003}" type="pres">
      <dgm:prSet presAssocID="{31A4CDF7-4517-4C23-A7C7-9C64C724623F}" presName="Name37" presStyleLbl="parChTrans1D2" presStyleIdx="2" presStyleCnt="3"/>
      <dgm:spPr/>
    </dgm:pt>
    <dgm:pt modelId="{72E61429-A021-452E-B2D9-1A517BEA263D}" type="pres">
      <dgm:prSet presAssocID="{6743142F-F176-4E50-9064-94DFC0BE08A2}" presName="hierRoot2" presStyleCnt="0">
        <dgm:presLayoutVars>
          <dgm:hierBranch val="init"/>
        </dgm:presLayoutVars>
      </dgm:prSet>
      <dgm:spPr/>
    </dgm:pt>
    <dgm:pt modelId="{7CDE48C5-4C28-4EF3-9711-F584590A8D7D}" type="pres">
      <dgm:prSet presAssocID="{6743142F-F176-4E50-9064-94DFC0BE08A2}" presName="rootComposite" presStyleCnt="0"/>
      <dgm:spPr/>
    </dgm:pt>
    <dgm:pt modelId="{3F01AFFB-349B-4CE4-8AB3-7DD15597B0B8}" type="pres">
      <dgm:prSet presAssocID="{6743142F-F176-4E50-9064-94DFC0BE08A2}" presName="rootText" presStyleLbl="node2" presStyleIdx="2" presStyleCnt="3">
        <dgm:presLayoutVars>
          <dgm:chPref val="3"/>
        </dgm:presLayoutVars>
      </dgm:prSet>
      <dgm:spPr/>
    </dgm:pt>
    <dgm:pt modelId="{C8CC463F-B247-48EE-89D0-CAB87B511FAF}" type="pres">
      <dgm:prSet presAssocID="{6743142F-F176-4E50-9064-94DFC0BE08A2}" presName="rootConnector" presStyleLbl="node2" presStyleIdx="2" presStyleCnt="3"/>
      <dgm:spPr/>
    </dgm:pt>
    <dgm:pt modelId="{F7A51974-EE52-4C4E-9DA0-8C90CB04068B}" type="pres">
      <dgm:prSet presAssocID="{6743142F-F176-4E50-9064-94DFC0BE08A2}" presName="hierChild4" presStyleCnt="0"/>
      <dgm:spPr/>
    </dgm:pt>
    <dgm:pt modelId="{F6BBCA57-4DE9-44E0-B91E-DA2BA026CE75}" type="pres">
      <dgm:prSet presAssocID="{6743142F-F176-4E50-9064-94DFC0BE08A2}" presName="hierChild5" presStyleCnt="0"/>
      <dgm:spPr/>
    </dgm:pt>
    <dgm:pt modelId="{60122076-BA58-4F8F-BB39-A2BEA31932EF}" type="pres">
      <dgm:prSet presAssocID="{F5BF9D3D-57A4-46A5-90BE-797D3615F53F}" presName="hierChild3" presStyleCnt="0"/>
      <dgm:spPr/>
    </dgm:pt>
  </dgm:ptLst>
  <dgm:cxnLst>
    <dgm:cxn modelId="{66404823-0D4F-4592-AB57-7650017A41A3}" srcId="{F5BF9D3D-57A4-46A5-90BE-797D3615F53F}" destId="{6743142F-F176-4E50-9064-94DFC0BE08A2}" srcOrd="2" destOrd="0" parTransId="{31A4CDF7-4517-4C23-A7C7-9C64C724623F}" sibTransId="{B601EE51-B7FF-40F6-8121-36FFB988409B}"/>
    <dgm:cxn modelId="{758D7B38-1834-41D3-8FC0-98363F8A1DBF}" type="presOf" srcId="{772CFC14-40EE-4423-931A-998C29C069C8}" destId="{D2616BD8-1951-432C-BFE2-AE91338E4010}" srcOrd="0" destOrd="0" presId="urn:microsoft.com/office/officeart/2005/8/layout/orgChart1"/>
    <dgm:cxn modelId="{A5DC483C-A240-4C36-B2AD-B7B8683EF32F}" type="presOf" srcId="{8E3F69E0-3CB2-47BB-A542-684A7FBB8C60}" destId="{6325C580-BC6F-4043-A644-7D4E9797E608}" srcOrd="1" destOrd="0" presId="urn:microsoft.com/office/officeart/2005/8/layout/orgChart1"/>
    <dgm:cxn modelId="{B731D373-B075-457B-95A5-8AE878C6E97C}" type="presOf" srcId="{F5BF9D3D-57A4-46A5-90BE-797D3615F53F}" destId="{4D2BE1EB-E3BF-4330-9607-644062499B1B}" srcOrd="0" destOrd="0" presId="urn:microsoft.com/office/officeart/2005/8/layout/orgChart1"/>
    <dgm:cxn modelId="{A6CDE282-D78B-4DEB-9C75-B57224366E16}" srcId="{F5BF9D3D-57A4-46A5-90BE-797D3615F53F}" destId="{8E3F69E0-3CB2-47BB-A542-684A7FBB8C60}" srcOrd="0" destOrd="0" parTransId="{772CFC14-40EE-4423-931A-998C29C069C8}" sibTransId="{26A34353-E18B-434F-9E9C-E358DFD91BFB}"/>
    <dgm:cxn modelId="{7374548D-F3F2-4EF6-98B5-247508F51D60}" type="presOf" srcId="{1A4F63E4-BA20-4A74-A8B8-FD46530D3F28}" destId="{E30EB7BB-723C-4F47-80F2-64778EB98E83}" srcOrd="0" destOrd="0" presId="urn:microsoft.com/office/officeart/2005/8/layout/orgChart1"/>
    <dgm:cxn modelId="{FD3F9B8D-16E9-4B32-96BE-2309EC6A1973}" type="presOf" srcId="{F5BF9D3D-57A4-46A5-90BE-797D3615F53F}" destId="{2B2F843E-8F2F-444A-A110-7A8C5BAFAFFA}" srcOrd="1" destOrd="0" presId="urn:microsoft.com/office/officeart/2005/8/layout/orgChart1"/>
    <dgm:cxn modelId="{1CB8BD96-7C1C-4DF7-83A9-AA7B2B44B3DD}" type="presOf" srcId="{0F5B3F04-99F6-4A31-B11F-FC4355DB3966}" destId="{926ACE8A-1AF1-4EA0-A97B-0B7DA8EF351C}" srcOrd="0" destOrd="0" presId="urn:microsoft.com/office/officeart/2005/8/layout/orgChart1"/>
    <dgm:cxn modelId="{9259599A-B71D-40F7-8BC6-F34A80D308DA}" type="presOf" srcId="{0DEAB536-4BB5-48DE-BA05-813445149A42}" destId="{355BC530-62D9-417E-A313-B7633D3B7FF6}" srcOrd="0" destOrd="0" presId="urn:microsoft.com/office/officeart/2005/8/layout/orgChart1"/>
    <dgm:cxn modelId="{48F971B8-CCE9-48C5-917E-08F1B1462CC0}" type="presOf" srcId="{8E3F69E0-3CB2-47BB-A542-684A7FBB8C60}" destId="{8EEB9725-7304-4E52-A622-B4578750EFD8}" srcOrd="0" destOrd="0" presId="urn:microsoft.com/office/officeart/2005/8/layout/orgChart1"/>
    <dgm:cxn modelId="{73D56CB9-CB31-41E4-BB2C-B4A7CD6E64AA}" type="presOf" srcId="{31A4CDF7-4517-4C23-A7C7-9C64C724623F}" destId="{BA3ABC7B-12AB-42EE-909A-5A4640D81003}" srcOrd="0" destOrd="0" presId="urn:microsoft.com/office/officeart/2005/8/layout/orgChart1"/>
    <dgm:cxn modelId="{496ABABE-6B71-49AB-8FAE-4802F6F8A4A3}" type="presOf" srcId="{6743142F-F176-4E50-9064-94DFC0BE08A2}" destId="{3F01AFFB-349B-4CE4-8AB3-7DD15597B0B8}" srcOrd="0" destOrd="0" presId="urn:microsoft.com/office/officeart/2005/8/layout/orgChart1"/>
    <dgm:cxn modelId="{B0AFF2CC-AB85-40E1-B657-2EFC3265613D}" type="presOf" srcId="{6743142F-F176-4E50-9064-94DFC0BE08A2}" destId="{C8CC463F-B247-48EE-89D0-CAB87B511FAF}" srcOrd="1" destOrd="0" presId="urn:microsoft.com/office/officeart/2005/8/layout/orgChart1"/>
    <dgm:cxn modelId="{370621CE-C7B7-48DB-9054-F9B26C24D528}" srcId="{F5BF9D3D-57A4-46A5-90BE-797D3615F53F}" destId="{0F5B3F04-99F6-4A31-B11F-FC4355DB3966}" srcOrd="1" destOrd="0" parTransId="{0DEAB536-4BB5-48DE-BA05-813445149A42}" sibTransId="{0BDA6592-168C-41AF-858A-BDF2C6FABDF6}"/>
    <dgm:cxn modelId="{0D4DA0DD-466D-4713-96E7-71C8F389A7CC}" type="presOf" srcId="{0F5B3F04-99F6-4A31-B11F-FC4355DB3966}" destId="{1A83497D-79D0-48DA-841B-4502C013FD6F}" srcOrd="1" destOrd="0" presId="urn:microsoft.com/office/officeart/2005/8/layout/orgChart1"/>
    <dgm:cxn modelId="{26FAB3FB-ED50-47EA-A9DF-AF4A110C934C}" srcId="{1A4F63E4-BA20-4A74-A8B8-FD46530D3F28}" destId="{F5BF9D3D-57A4-46A5-90BE-797D3615F53F}" srcOrd="0" destOrd="0" parTransId="{3FB9494E-38C2-460F-A19C-076760C9012F}" sibTransId="{176974D5-0356-4CF1-AC9B-854E6D34F1B9}"/>
    <dgm:cxn modelId="{2BCC374F-2A0A-48FE-A090-C1590EC9DB17}" type="presParOf" srcId="{E30EB7BB-723C-4F47-80F2-64778EB98E83}" destId="{3A38B47F-5D20-418E-AF69-0FFD0EB0A624}" srcOrd="0" destOrd="0" presId="urn:microsoft.com/office/officeart/2005/8/layout/orgChart1"/>
    <dgm:cxn modelId="{B9E4D83F-52B1-4534-9850-F6878232AA6D}" type="presParOf" srcId="{3A38B47F-5D20-418E-AF69-0FFD0EB0A624}" destId="{85D6A80B-EFF9-4321-B98F-B451F291BB61}" srcOrd="0" destOrd="0" presId="urn:microsoft.com/office/officeart/2005/8/layout/orgChart1"/>
    <dgm:cxn modelId="{4928A3B2-1AF6-4A93-B9B8-54FB9C8E3344}" type="presParOf" srcId="{85D6A80B-EFF9-4321-B98F-B451F291BB61}" destId="{4D2BE1EB-E3BF-4330-9607-644062499B1B}" srcOrd="0" destOrd="0" presId="urn:microsoft.com/office/officeart/2005/8/layout/orgChart1"/>
    <dgm:cxn modelId="{C74E56AA-FDD4-4858-BC5C-7B49C1959544}" type="presParOf" srcId="{85D6A80B-EFF9-4321-B98F-B451F291BB61}" destId="{2B2F843E-8F2F-444A-A110-7A8C5BAFAFFA}" srcOrd="1" destOrd="0" presId="urn:microsoft.com/office/officeart/2005/8/layout/orgChart1"/>
    <dgm:cxn modelId="{2BBB7F6D-FD1F-4DF5-AA9E-07238F255E08}" type="presParOf" srcId="{3A38B47F-5D20-418E-AF69-0FFD0EB0A624}" destId="{C88D10AA-0A41-497F-9623-3C89AA31B3C8}" srcOrd="1" destOrd="0" presId="urn:microsoft.com/office/officeart/2005/8/layout/orgChart1"/>
    <dgm:cxn modelId="{FB1741AB-E724-4612-86C8-737CEE038577}" type="presParOf" srcId="{C88D10AA-0A41-497F-9623-3C89AA31B3C8}" destId="{D2616BD8-1951-432C-BFE2-AE91338E4010}" srcOrd="0" destOrd="0" presId="urn:microsoft.com/office/officeart/2005/8/layout/orgChart1"/>
    <dgm:cxn modelId="{262C6BDF-D46A-4484-865D-14930F065DA2}" type="presParOf" srcId="{C88D10AA-0A41-497F-9623-3C89AA31B3C8}" destId="{12D7A29D-5F47-4925-BF61-C752B32AD7A3}" srcOrd="1" destOrd="0" presId="urn:microsoft.com/office/officeart/2005/8/layout/orgChart1"/>
    <dgm:cxn modelId="{814272E0-1E0E-4ABA-B126-33B1879163D7}" type="presParOf" srcId="{12D7A29D-5F47-4925-BF61-C752B32AD7A3}" destId="{2B8F0698-B18B-42FF-9686-59A6655A3B56}" srcOrd="0" destOrd="0" presId="urn:microsoft.com/office/officeart/2005/8/layout/orgChart1"/>
    <dgm:cxn modelId="{C26FE9CC-3A2B-4413-BEB9-5D083C41DF17}" type="presParOf" srcId="{2B8F0698-B18B-42FF-9686-59A6655A3B56}" destId="{8EEB9725-7304-4E52-A622-B4578750EFD8}" srcOrd="0" destOrd="0" presId="urn:microsoft.com/office/officeart/2005/8/layout/orgChart1"/>
    <dgm:cxn modelId="{F399DF59-2D77-47FB-A256-C0383E976238}" type="presParOf" srcId="{2B8F0698-B18B-42FF-9686-59A6655A3B56}" destId="{6325C580-BC6F-4043-A644-7D4E9797E608}" srcOrd="1" destOrd="0" presId="urn:microsoft.com/office/officeart/2005/8/layout/orgChart1"/>
    <dgm:cxn modelId="{B9EEC3F2-D4FE-4CF6-BBB7-B7221D5AEA9B}" type="presParOf" srcId="{12D7A29D-5F47-4925-BF61-C752B32AD7A3}" destId="{AFFE612A-0858-4200-B50D-845A40AE2E09}" srcOrd="1" destOrd="0" presId="urn:microsoft.com/office/officeart/2005/8/layout/orgChart1"/>
    <dgm:cxn modelId="{4915BFE3-91EE-4E12-A217-A792B247E22C}" type="presParOf" srcId="{12D7A29D-5F47-4925-BF61-C752B32AD7A3}" destId="{768128E1-C093-4A4A-BB4E-01B7696AFDE6}" srcOrd="2" destOrd="0" presId="urn:microsoft.com/office/officeart/2005/8/layout/orgChart1"/>
    <dgm:cxn modelId="{840B588E-3B38-42F3-822B-5C85A2929B95}" type="presParOf" srcId="{C88D10AA-0A41-497F-9623-3C89AA31B3C8}" destId="{355BC530-62D9-417E-A313-B7633D3B7FF6}" srcOrd="2" destOrd="0" presId="urn:microsoft.com/office/officeart/2005/8/layout/orgChart1"/>
    <dgm:cxn modelId="{F928B825-318F-4A11-AEBE-3978D73D8F0F}" type="presParOf" srcId="{C88D10AA-0A41-497F-9623-3C89AA31B3C8}" destId="{4B8F4D28-A153-4837-AEF8-689040C869A4}" srcOrd="3" destOrd="0" presId="urn:microsoft.com/office/officeart/2005/8/layout/orgChart1"/>
    <dgm:cxn modelId="{D9BE36CD-5F9E-431F-8DD2-8E9BDD02855D}" type="presParOf" srcId="{4B8F4D28-A153-4837-AEF8-689040C869A4}" destId="{357629D6-20EB-4893-AC26-FD514C9AC3DE}" srcOrd="0" destOrd="0" presId="urn:microsoft.com/office/officeart/2005/8/layout/orgChart1"/>
    <dgm:cxn modelId="{38AD120C-4943-47C7-9531-E1F93D9B5689}" type="presParOf" srcId="{357629D6-20EB-4893-AC26-FD514C9AC3DE}" destId="{926ACE8A-1AF1-4EA0-A97B-0B7DA8EF351C}" srcOrd="0" destOrd="0" presId="urn:microsoft.com/office/officeart/2005/8/layout/orgChart1"/>
    <dgm:cxn modelId="{4BA72158-3628-4C13-9DCD-A9B93E629BBF}" type="presParOf" srcId="{357629D6-20EB-4893-AC26-FD514C9AC3DE}" destId="{1A83497D-79D0-48DA-841B-4502C013FD6F}" srcOrd="1" destOrd="0" presId="urn:microsoft.com/office/officeart/2005/8/layout/orgChart1"/>
    <dgm:cxn modelId="{1F42AECF-3330-4FB5-A78B-A7BCE9AB734E}" type="presParOf" srcId="{4B8F4D28-A153-4837-AEF8-689040C869A4}" destId="{14DC9FFC-D4F2-4197-AFE7-4F4E484CC2A4}" srcOrd="1" destOrd="0" presId="urn:microsoft.com/office/officeart/2005/8/layout/orgChart1"/>
    <dgm:cxn modelId="{7563C088-D590-4463-AA79-852A5FD7A9C7}" type="presParOf" srcId="{4B8F4D28-A153-4837-AEF8-689040C869A4}" destId="{1C939829-82D3-4882-AA52-40F14C5D1F57}" srcOrd="2" destOrd="0" presId="urn:microsoft.com/office/officeart/2005/8/layout/orgChart1"/>
    <dgm:cxn modelId="{440DB63D-FCD0-44D8-9B5C-4233FFD2A8B2}" type="presParOf" srcId="{C88D10AA-0A41-497F-9623-3C89AA31B3C8}" destId="{BA3ABC7B-12AB-42EE-909A-5A4640D81003}" srcOrd="4" destOrd="0" presId="urn:microsoft.com/office/officeart/2005/8/layout/orgChart1"/>
    <dgm:cxn modelId="{047D8A11-E72B-45C7-AADA-CDC03A86E3F0}" type="presParOf" srcId="{C88D10AA-0A41-497F-9623-3C89AA31B3C8}" destId="{72E61429-A021-452E-B2D9-1A517BEA263D}" srcOrd="5" destOrd="0" presId="urn:microsoft.com/office/officeart/2005/8/layout/orgChart1"/>
    <dgm:cxn modelId="{32AAB891-3B52-4D9E-AE7D-11A88EDC8A8C}" type="presParOf" srcId="{72E61429-A021-452E-B2D9-1A517BEA263D}" destId="{7CDE48C5-4C28-4EF3-9711-F584590A8D7D}" srcOrd="0" destOrd="0" presId="urn:microsoft.com/office/officeart/2005/8/layout/orgChart1"/>
    <dgm:cxn modelId="{472DCF3A-DB2A-464F-83DE-3C53D7D73DD8}" type="presParOf" srcId="{7CDE48C5-4C28-4EF3-9711-F584590A8D7D}" destId="{3F01AFFB-349B-4CE4-8AB3-7DD15597B0B8}" srcOrd="0" destOrd="0" presId="urn:microsoft.com/office/officeart/2005/8/layout/orgChart1"/>
    <dgm:cxn modelId="{BD69E14E-EC51-4611-8063-53FE0A2A0DC5}" type="presParOf" srcId="{7CDE48C5-4C28-4EF3-9711-F584590A8D7D}" destId="{C8CC463F-B247-48EE-89D0-CAB87B511FAF}" srcOrd="1" destOrd="0" presId="urn:microsoft.com/office/officeart/2005/8/layout/orgChart1"/>
    <dgm:cxn modelId="{DE0F623A-6FED-45AD-89F2-028D2E0D7A8C}" type="presParOf" srcId="{72E61429-A021-452E-B2D9-1A517BEA263D}" destId="{F7A51974-EE52-4C4E-9DA0-8C90CB04068B}" srcOrd="1" destOrd="0" presId="urn:microsoft.com/office/officeart/2005/8/layout/orgChart1"/>
    <dgm:cxn modelId="{9EEE0F0F-DD13-44E9-BACF-45FA334D8AF5}" type="presParOf" srcId="{72E61429-A021-452E-B2D9-1A517BEA263D}" destId="{F6BBCA57-4DE9-44E0-B91E-DA2BA026CE75}" srcOrd="2" destOrd="0" presId="urn:microsoft.com/office/officeart/2005/8/layout/orgChart1"/>
    <dgm:cxn modelId="{8A9D0EFE-549F-45DF-929C-F4E1DCB7FB5A}" type="presParOf" srcId="{3A38B47F-5D20-418E-AF69-0FFD0EB0A624}" destId="{60122076-BA58-4F8F-BB39-A2BEA31932E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A4F63E4-BA20-4A74-A8B8-FD46530D3F2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5BF9D3D-57A4-46A5-90BE-797D3615F53F}">
      <dgm:prSet phldrT="[Text]" phldr="0" custT="1"/>
      <dgm:spPr>
        <a:solidFill>
          <a:schemeClr val="accent1"/>
        </a:solidFill>
        <a:ln>
          <a:solidFill>
            <a:schemeClr val="tx1"/>
          </a:solidFill>
        </a:ln>
      </dgm:spPr>
      <dgm:t>
        <a:bodyPr/>
        <a:lstStyle/>
        <a:p>
          <a:r>
            <a:rPr lang="en-IN" sz="2400" dirty="0"/>
            <a:t>Retrieved Docs</a:t>
          </a:r>
        </a:p>
      </dgm:t>
    </dgm:pt>
    <dgm:pt modelId="{3FB9494E-38C2-460F-A19C-076760C9012F}" type="parTrans" cxnId="{26FAB3FB-ED50-47EA-A9DF-AF4A110C934C}">
      <dgm:prSet/>
      <dgm:spPr/>
      <dgm:t>
        <a:bodyPr/>
        <a:lstStyle/>
        <a:p>
          <a:endParaRPr lang="en-IN"/>
        </a:p>
      </dgm:t>
    </dgm:pt>
    <dgm:pt modelId="{176974D5-0356-4CF1-AC9B-854E6D34F1B9}" type="sibTrans" cxnId="{26FAB3FB-ED50-47EA-A9DF-AF4A110C934C}">
      <dgm:prSet/>
      <dgm:spPr/>
      <dgm:t>
        <a:bodyPr/>
        <a:lstStyle/>
        <a:p>
          <a:endParaRPr lang="en-IN"/>
        </a:p>
      </dgm:t>
    </dgm:pt>
    <dgm:pt modelId="{8E3F69E0-3CB2-47BB-A542-684A7FBB8C60}">
      <dgm:prSet phldrT="[Text]" phldr="0"/>
      <dgm:spPr/>
      <dgm:t>
        <a:bodyPr/>
        <a:lstStyle/>
        <a:p>
          <a:r>
            <a:rPr lang="en-IN"/>
            <a:t>Relevant</a:t>
          </a:r>
          <a:endParaRPr lang="en-IN" dirty="0"/>
        </a:p>
      </dgm:t>
    </dgm:pt>
    <dgm:pt modelId="{772CFC14-40EE-4423-931A-998C29C069C8}" type="parTrans" cxnId="{A6CDE282-D78B-4DEB-9C75-B57224366E16}">
      <dgm:prSet/>
      <dgm:spPr/>
      <dgm:t>
        <a:bodyPr/>
        <a:lstStyle/>
        <a:p>
          <a:endParaRPr lang="en-IN"/>
        </a:p>
      </dgm:t>
    </dgm:pt>
    <dgm:pt modelId="{26A34353-E18B-434F-9E9C-E358DFD91BFB}" type="sibTrans" cxnId="{A6CDE282-D78B-4DEB-9C75-B57224366E16}">
      <dgm:prSet/>
      <dgm:spPr/>
      <dgm:t>
        <a:bodyPr/>
        <a:lstStyle/>
        <a:p>
          <a:endParaRPr lang="en-IN"/>
        </a:p>
      </dgm:t>
    </dgm:pt>
    <dgm:pt modelId="{6743142F-F176-4E50-9064-94DFC0BE08A2}">
      <dgm:prSet phldrT="[Text]" phldr="0"/>
      <dgm:spPr/>
      <dgm:t>
        <a:bodyPr/>
        <a:lstStyle/>
        <a:p>
          <a:r>
            <a:rPr lang="en-IN" dirty="0"/>
            <a:t>Non Relevant</a:t>
          </a:r>
        </a:p>
      </dgm:t>
    </dgm:pt>
    <dgm:pt modelId="{31A4CDF7-4517-4C23-A7C7-9C64C724623F}" type="parTrans" cxnId="{66404823-0D4F-4592-AB57-7650017A41A3}">
      <dgm:prSet/>
      <dgm:spPr/>
      <dgm:t>
        <a:bodyPr/>
        <a:lstStyle/>
        <a:p>
          <a:endParaRPr lang="en-IN"/>
        </a:p>
      </dgm:t>
    </dgm:pt>
    <dgm:pt modelId="{B601EE51-B7FF-40F6-8121-36FFB988409B}" type="sibTrans" cxnId="{66404823-0D4F-4592-AB57-7650017A41A3}">
      <dgm:prSet/>
      <dgm:spPr/>
      <dgm:t>
        <a:bodyPr/>
        <a:lstStyle/>
        <a:p>
          <a:endParaRPr lang="en-IN"/>
        </a:p>
      </dgm:t>
    </dgm:pt>
    <dgm:pt modelId="{0F5B3F04-99F6-4A31-B11F-FC4355DB3966}">
      <dgm:prSet phldrT="[Text]" phldr="0"/>
      <dgm:spPr/>
      <dgm:t>
        <a:bodyPr/>
        <a:lstStyle/>
        <a:p>
          <a:r>
            <a:rPr lang="en-IN" dirty="0"/>
            <a:t>Ambiguous</a:t>
          </a:r>
        </a:p>
      </dgm:t>
    </dgm:pt>
    <dgm:pt modelId="{0DEAB536-4BB5-48DE-BA05-813445149A42}" type="parTrans" cxnId="{370621CE-C7B7-48DB-9054-F9B26C24D528}">
      <dgm:prSet/>
      <dgm:spPr/>
      <dgm:t>
        <a:bodyPr/>
        <a:lstStyle/>
        <a:p>
          <a:endParaRPr lang="en-IN"/>
        </a:p>
      </dgm:t>
    </dgm:pt>
    <dgm:pt modelId="{0BDA6592-168C-41AF-858A-BDF2C6FABDF6}" type="sibTrans" cxnId="{370621CE-C7B7-48DB-9054-F9B26C24D528}">
      <dgm:prSet/>
      <dgm:spPr/>
      <dgm:t>
        <a:bodyPr/>
        <a:lstStyle/>
        <a:p>
          <a:endParaRPr lang="en-IN"/>
        </a:p>
      </dgm:t>
    </dgm:pt>
    <dgm:pt modelId="{E30EB7BB-723C-4F47-80F2-64778EB98E83}" type="pres">
      <dgm:prSet presAssocID="{1A4F63E4-BA20-4A74-A8B8-FD46530D3F2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A38B47F-5D20-418E-AF69-0FFD0EB0A624}" type="pres">
      <dgm:prSet presAssocID="{F5BF9D3D-57A4-46A5-90BE-797D3615F53F}" presName="hierRoot1" presStyleCnt="0">
        <dgm:presLayoutVars>
          <dgm:hierBranch val="init"/>
        </dgm:presLayoutVars>
      </dgm:prSet>
      <dgm:spPr/>
    </dgm:pt>
    <dgm:pt modelId="{85D6A80B-EFF9-4321-B98F-B451F291BB61}" type="pres">
      <dgm:prSet presAssocID="{F5BF9D3D-57A4-46A5-90BE-797D3615F53F}" presName="rootComposite1" presStyleCnt="0"/>
      <dgm:spPr/>
    </dgm:pt>
    <dgm:pt modelId="{4D2BE1EB-E3BF-4330-9607-644062499B1B}" type="pres">
      <dgm:prSet presAssocID="{F5BF9D3D-57A4-46A5-90BE-797D3615F53F}" presName="rootText1" presStyleLbl="node0" presStyleIdx="0" presStyleCnt="1">
        <dgm:presLayoutVars>
          <dgm:chPref val="3"/>
        </dgm:presLayoutVars>
      </dgm:prSet>
      <dgm:spPr/>
    </dgm:pt>
    <dgm:pt modelId="{2B2F843E-8F2F-444A-A110-7A8C5BAFAFFA}" type="pres">
      <dgm:prSet presAssocID="{F5BF9D3D-57A4-46A5-90BE-797D3615F53F}" presName="rootConnector1" presStyleLbl="node1" presStyleIdx="0" presStyleCnt="0"/>
      <dgm:spPr/>
    </dgm:pt>
    <dgm:pt modelId="{C88D10AA-0A41-497F-9623-3C89AA31B3C8}" type="pres">
      <dgm:prSet presAssocID="{F5BF9D3D-57A4-46A5-90BE-797D3615F53F}" presName="hierChild2" presStyleCnt="0"/>
      <dgm:spPr/>
    </dgm:pt>
    <dgm:pt modelId="{D2616BD8-1951-432C-BFE2-AE91338E4010}" type="pres">
      <dgm:prSet presAssocID="{772CFC14-40EE-4423-931A-998C29C069C8}" presName="Name37" presStyleLbl="parChTrans1D2" presStyleIdx="0" presStyleCnt="3"/>
      <dgm:spPr/>
    </dgm:pt>
    <dgm:pt modelId="{12D7A29D-5F47-4925-BF61-C752B32AD7A3}" type="pres">
      <dgm:prSet presAssocID="{8E3F69E0-3CB2-47BB-A542-684A7FBB8C60}" presName="hierRoot2" presStyleCnt="0">
        <dgm:presLayoutVars>
          <dgm:hierBranch val="init"/>
        </dgm:presLayoutVars>
      </dgm:prSet>
      <dgm:spPr/>
    </dgm:pt>
    <dgm:pt modelId="{2B8F0698-B18B-42FF-9686-59A6655A3B56}" type="pres">
      <dgm:prSet presAssocID="{8E3F69E0-3CB2-47BB-A542-684A7FBB8C60}" presName="rootComposite" presStyleCnt="0"/>
      <dgm:spPr/>
    </dgm:pt>
    <dgm:pt modelId="{8EEB9725-7304-4E52-A622-B4578750EFD8}" type="pres">
      <dgm:prSet presAssocID="{8E3F69E0-3CB2-47BB-A542-684A7FBB8C60}" presName="rootText" presStyleLbl="node2" presStyleIdx="0" presStyleCnt="3">
        <dgm:presLayoutVars>
          <dgm:chPref val="3"/>
        </dgm:presLayoutVars>
      </dgm:prSet>
      <dgm:spPr/>
    </dgm:pt>
    <dgm:pt modelId="{6325C580-BC6F-4043-A644-7D4E9797E608}" type="pres">
      <dgm:prSet presAssocID="{8E3F69E0-3CB2-47BB-A542-684A7FBB8C60}" presName="rootConnector" presStyleLbl="node2" presStyleIdx="0" presStyleCnt="3"/>
      <dgm:spPr/>
    </dgm:pt>
    <dgm:pt modelId="{AFFE612A-0858-4200-B50D-845A40AE2E09}" type="pres">
      <dgm:prSet presAssocID="{8E3F69E0-3CB2-47BB-A542-684A7FBB8C60}" presName="hierChild4" presStyleCnt="0"/>
      <dgm:spPr/>
    </dgm:pt>
    <dgm:pt modelId="{768128E1-C093-4A4A-BB4E-01B7696AFDE6}" type="pres">
      <dgm:prSet presAssocID="{8E3F69E0-3CB2-47BB-A542-684A7FBB8C60}" presName="hierChild5" presStyleCnt="0"/>
      <dgm:spPr/>
    </dgm:pt>
    <dgm:pt modelId="{355BC530-62D9-417E-A313-B7633D3B7FF6}" type="pres">
      <dgm:prSet presAssocID="{0DEAB536-4BB5-48DE-BA05-813445149A42}" presName="Name37" presStyleLbl="parChTrans1D2" presStyleIdx="1" presStyleCnt="3"/>
      <dgm:spPr/>
    </dgm:pt>
    <dgm:pt modelId="{4B8F4D28-A153-4837-AEF8-689040C869A4}" type="pres">
      <dgm:prSet presAssocID="{0F5B3F04-99F6-4A31-B11F-FC4355DB3966}" presName="hierRoot2" presStyleCnt="0">
        <dgm:presLayoutVars>
          <dgm:hierBranch val="init"/>
        </dgm:presLayoutVars>
      </dgm:prSet>
      <dgm:spPr/>
    </dgm:pt>
    <dgm:pt modelId="{357629D6-20EB-4893-AC26-FD514C9AC3DE}" type="pres">
      <dgm:prSet presAssocID="{0F5B3F04-99F6-4A31-B11F-FC4355DB3966}" presName="rootComposite" presStyleCnt="0"/>
      <dgm:spPr/>
    </dgm:pt>
    <dgm:pt modelId="{926ACE8A-1AF1-4EA0-A97B-0B7DA8EF351C}" type="pres">
      <dgm:prSet presAssocID="{0F5B3F04-99F6-4A31-B11F-FC4355DB3966}" presName="rootText" presStyleLbl="node2" presStyleIdx="1" presStyleCnt="3">
        <dgm:presLayoutVars>
          <dgm:chPref val="3"/>
        </dgm:presLayoutVars>
      </dgm:prSet>
      <dgm:spPr/>
    </dgm:pt>
    <dgm:pt modelId="{1A83497D-79D0-48DA-841B-4502C013FD6F}" type="pres">
      <dgm:prSet presAssocID="{0F5B3F04-99F6-4A31-B11F-FC4355DB3966}" presName="rootConnector" presStyleLbl="node2" presStyleIdx="1" presStyleCnt="3"/>
      <dgm:spPr/>
    </dgm:pt>
    <dgm:pt modelId="{14DC9FFC-D4F2-4197-AFE7-4F4E484CC2A4}" type="pres">
      <dgm:prSet presAssocID="{0F5B3F04-99F6-4A31-B11F-FC4355DB3966}" presName="hierChild4" presStyleCnt="0"/>
      <dgm:spPr/>
    </dgm:pt>
    <dgm:pt modelId="{1C939829-82D3-4882-AA52-40F14C5D1F57}" type="pres">
      <dgm:prSet presAssocID="{0F5B3F04-99F6-4A31-B11F-FC4355DB3966}" presName="hierChild5" presStyleCnt="0"/>
      <dgm:spPr/>
    </dgm:pt>
    <dgm:pt modelId="{BA3ABC7B-12AB-42EE-909A-5A4640D81003}" type="pres">
      <dgm:prSet presAssocID="{31A4CDF7-4517-4C23-A7C7-9C64C724623F}" presName="Name37" presStyleLbl="parChTrans1D2" presStyleIdx="2" presStyleCnt="3"/>
      <dgm:spPr/>
    </dgm:pt>
    <dgm:pt modelId="{72E61429-A021-452E-B2D9-1A517BEA263D}" type="pres">
      <dgm:prSet presAssocID="{6743142F-F176-4E50-9064-94DFC0BE08A2}" presName="hierRoot2" presStyleCnt="0">
        <dgm:presLayoutVars>
          <dgm:hierBranch val="init"/>
        </dgm:presLayoutVars>
      </dgm:prSet>
      <dgm:spPr/>
    </dgm:pt>
    <dgm:pt modelId="{7CDE48C5-4C28-4EF3-9711-F584590A8D7D}" type="pres">
      <dgm:prSet presAssocID="{6743142F-F176-4E50-9064-94DFC0BE08A2}" presName="rootComposite" presStyleCnt="0"/>
      <dgm:spPr/>
    </dgm:pt>
    <dgm:pt modelId="{3F01AFFB-349B-4CE4-8AB3-7DD15597B0B8}" type="pres">
      <dgm:prSet presAssocID="{6743142F-F176-4E50-9064-94DFC0BE08A2}" presName="rootText" presStyleLbl="node2" presStyleIdx="2" presStyleCnt="3">
        <dgm:presLayoutVars>
          <dgm:chPref val="3"/>
        </dgm:presLayoutVars>
      </dgm:prSet>
      <dgm:spPr/>
    </dgm:pt>
    <dgm:pt modelId="{C8CC463F-B247-48EE-89D0-CAB87B511FAF}" type="pres">
      <dgm:prSet presAssocID="{6743142F-F176-4E50-9064-94DFC0BE08A2}" presName="rootConnector" presStyleLbl="node2" presStyleIdx="2" presStyleCnt="3"/>
      <dgm:spPr/>
    </dgm:pt>
    <dgm:pt modelId="{F7A51974-EE52-4C4E-9DA0-8C90CB04068B}" type="pres">
      <dgm:prSet presAssocID="{6743142F-F176-4E50-9064-94DFC0BE08A2}" presName="hierChild4" presStyleCnt="0"/>
      <dgm:spPr/>
    </dgm:pt>
    <dgm:pt modelId="{F6BBCA57-4DE9-44E0-B91E-DA2BA026CE75}" type="pres">
      <dgm:prSet presAssocID="{6743142F-F176-4E50-9064-94DFC0BE08A2}" presName="hierChild5" presStyleCnt="0"/>
      <dgm:spPr/>
    </dgm:pt>
    <dgm:pt modelId="{60122076-BA58-4F8F-BB39-A2BEA31932EF}" type="pres">
      <dgm:prSet presAssocID="{F5BF9D3D-57A4-46A5-90BE-797D3615F53F}" presName="hierChild3" presStyleCnt="0"/>
      <dgm:spPr/>
    </dgm:pt>
  </dgm:ptLst>
  <dgm:cxnLst>
    <dgm:cxn modelId="{66404823-0D4F-4592-AB57-7650017A41A3}" srcId="{F5BF9D3D-57A4-46A5-90BE-797D3615F53F}" destId="{6743142F-F176-4E50-9064-94DFC0BE08A2}" srcOrd="2" destOrd="0" parTransId="{31A4CDF7-4517-4C23-A7C7-9C64C724623F}" sibTransId="{B601EE51-B7FF-40F6-8121-36FFB988409B}"/>
    <dgm:cxn modelId="{758D7B38-1834-41D3-8FC0-98363F8A1DBF}" type="presOf" srcId="{772CFC14-40EE-4423-931A-998C29C069C8}" destId="{D2616BD8-1951-432C-BFE2-AE91338E4010}" srcOrd="0" destOrd="0" presId="urn:microsoft.com/office/officeart/2005/8/layout/orgChart1"/>
    <dgm:cxn modelId="{A5DC483C-A240-4C36-B2AD-B7B8683EF32F}" type="presOf" srcId="{8E3F69E0-3CB2-47BB-A542-684A7FBB8C60}" destId="{6325C580-BC6F-4043-A644-7D4E9797E608}" srcOrd="1" destOrd="0" presId="urn:microsoft.com/office/officeart/2005/8/layout/orgChart1"/>
    <dgm:cxn modelId="{B731D373-B075-457B-95A5-8AE878C6E97C}" type="presOf" srcId="{F5BF9D3D-57A4-46A5-90BE-797D3615F53F}" destId="{4D2BE1EB-E3BF-4330-9607-644062499B1B}" srcOrd="0" destOrd="0" presId="urn:microsoft.com/office/officeart/2005/8/layout/orgChart1"/>
    <dgm:cxn modelId="{A6CDE282-D78B-4DEB-9C75-B57224366E16}" srcId="{F5BF9D3D-57A4-46A5-90BE-797D3615F53F}" destId="{8E3F69E0-3CB2-47BB-A542-684A7FBB8C60}" srcOrd="0" destOrd="0" parTransId="{772CFC14-40EE-4423-931A-998C29C069C8}" sibTransId="{26A34353-E18B-434F-9E9C-E358DFD91BFB}"/>
    <dgm:cxn modelId="{7374548D-F3F2-4EF6-98B5-247508F51D60}" type="presOf" srcId="{1A4F63E4-BA20-4A74-A8B8-FD46530D3F28}" destId="{E30EB7BB-723C-4F47-80F2-64778EB98E83}" srcOrd="0" destOrd="0" presId="urn:microsoft.com/office/officeart/2005/8/layout/orgChart1"/>
    <dgm:cxn modelId="{FD3F9B8D-16E9-4B32-96BE-2309EC6A1973}" type="presOf" srcId="{F5BF9D3D-57A4-46A5-90BE-797D3615F53F}" destId="{2B2F843E-8F2F-444A-A110-7A8C5BAFAFFA}" srcOrd="1" destOrd="0" presId="urn:microsoft.com/office/officeart/2005/8/layout/orgChart1"/>
    <dgm:cxn modelId="{1CB8BD96-7C1C-4DF7-83A9-AA7B2B44B3DD}" type="presOf" srcId="{0F5B3F04-99F6-4A31-B11F-FC4355DB3966}" destId="{926ACE8A-1AF1-4EA0-A97B-0B7DA8EF351C}" srcOrd="0" destOrd="0" presId="urn:microsoft.com/office/officeart/2005/8/layout/orgChart1"/>
    <dgm:cxn modelId="{9259599A-B71D-40F7-8BC6-F34A80D308DA}" type="presOf" srcId="{0DEAB536-4BB5-48DE-BA05-813445149A42}" destId="{355BC530-62D9-417E-A313-B7633D3B7FF6}" srcOrd="0" destOrd="0" presId="urn:microsoft.com/office/officeart/2005/8/layout/orgChart1"/>
    <dgm:cxn modelId="{48F971B8-CCE9-48C5-917E-08F1B1462CC0}" type="presOf" srcId="{8E3F69E0-3CB2-47BB-A542-684A7FBB8C60}" destId="{8EEB9725-7304-4E52-A622-B4578750EFD8}" srcOrd="0" destOrd="0" presId="urn:microsoft.com/office/officeart/2005/8/layout/orgChart1"/>
    <dgm:cxn modelId="{73D56CB9-CB31-41E4-BB2C-B4A7CD6E64AA}" type="presOf" srcId="{31A4CDF7-4517-4C23-A7C7-9C64C724623F}" destId="{BA3ABC7B-12AB-42EE-909A-5A4640D81003}" srcOrd="0" destOrd="0" presId="urn:microsoft.com/office/officeart/2005/8/layout/orgChart1"/>
    <dgm:cxn modelId="{496ABABE-6B71-49AB-8FAE-4802F6F8A4A3}" type="presOf" srcId="{6743142F-F176-4E50-9064-94DFC0BE08A2}" destId="{3F01AFFB-349B-4CE4-8AB3-7DD15597B0B8}" srcOrd="0" destOrd="0" presId="urn:microsoft.com/office/officeart/2005/8/layout/orgChart1"/>
    <dgm:cxn modelId="{B0AFF2CC-AB85-40E1-B657-2EFC3265613D}" type="presOf" srcId="{6743142F-F176-4E50-9064-94DFC0BE08A2}" destId="{C8CC463F-B247-48EE-89D0-CAB87B511FAF}" srcOrd="1" destOrd="0" presId="urn:microsoft.com/office/officeart/2005/8/layout/orgChart1"/>
    <dgm:cxn modelId="{370621CE-C7B7-48DB-9054-F9B26C24D528}" srcId="{F5BF9D3D-57A4-46A5-90BE-797D3615F53F}" destId="{0F5B3F04-99F6-4A31-B11F-FC4355DB3966}" srcOrd="1" destOrd="0" parTransId="{0DEAB536-4BB5-48DE-BA05-813445149A42}" sibTransId="{0BDA6592-168C-41AF-858A-BDF2C6FABDF6}"/>
    <dgm:cxn modelId="{0D4DA0DD-466D-4713-96E7-71C8F389A7CC}" type="presOf" srcId="{0F5B3F04-99F6-4A31-B11F-FC4355DB3966}" destId="{1A83497D-79D0-48DA-841B-4502C013FD6F}" srcOrd="1" destOrd="0" presId="urn:microsoft.com/office/officeart/2005/8/layout/orgChart1"/>
    <dgm:cxn modelId="{26FAB3FB-ED50-47EA-A9DF-AF4A110C934C}" srcId="{1A4F63E4-BA20-4A74-A8B8-FD46530D3F28}" destId="{F5BF9D3D-57A4-46A5-90BE-797D3615F53F}" srcOrd="0" destOrd="0" parTransId="{3FB9494E-38C2-460F-A19C-076760C9012F}" sibTransId="{176974D5-0356-4CF1-AC9B-854E6D34F1B9}"/>
    <dgm:cxn modelId="{2BCC374F-2A0A-48FE-A090-C1590EC9DB17}" type="presParOf" srcId="{E30EB7BB-723C-4F47-80F2-64778EB98E83}" destId="{3A38B47F-5D20-418E-AF69-0FFD0EB0A624}" srcOrd="0" destOrd="0" presId="urn:microsoft.com/office/officeart/2005/8/layout/orgChart1"/>
    <dgm:cxn modelId="{B9E4D83F-52B1-4534-9850-F6878232AA6D}" type="presParOf" srcId="{3A38B47F-5D20-418E-AF69-0FFD0EB0A624}" destId="{85D6A80B-EFF9-4321-B98F-B451F291BB61}" srcOrd="0" destOrd="0" presId="urn:microsoft.com/office/officeart/2005/8/layout/orgChart1"/>
    <dgm:cxn modelId="{4928A3B2-1AF6-4A93-B9B8-54FB9C8E3344}" type="presParOf" srcId="{85D6A80B-EFF9-4321-B98F-B451F291BB61}" destId="{4D2BE1EB-E3BF-4330-9607-644062499B1B}" srcOrd="0" destOrd="0" presId="urn:microsoft.com/office/officeart/2005/8/layout/orgChart1"/>
    <dgm:cxn modelId="{C74E56AA-FDD4-4858-BC5C-7B49C1959544}" type="presParOf" srcId="{85D6A80B-EFF9-4321-B98F-B451F291BB61}" destId="{2B2F843E-8F2F-444A-A110-7A8C5BAFAFFA}" srcOrd="1" destOrd="0" presId="urn:microsoft.com/office/officeart/2005/8/layout/orgChart1"/>
    <dgm:cxn modelId="{2BBB7F6D-FD1F-4DF5-AA9E-07238F255E08}" type="presParOf" srcId="{3A38B47F-5D20-418E-AF69-0FFD0EB0A624}" destId="{C88D10AA-0A41-497F-9623-3C89AA31B3C8}" srcOrd="1" destOrd="0" presId="urn:microsoft.com/office/officeart/2005/8/layout/orgChart1"/>
    <dgm:cxn modelId="{FB1741AB-E724-4612-86C8-737CEE038577}" type="presParOf" srcId="{C88D10AA-0A41-497F-9623-3C89AA31B3C8}" destId="{D2616BD8-1951-432C-BFE2-AE91338E4010}" srcOrd="0" destOrd="0" presId="urn:microsoft.com/office/officeart/2005/8/layout/orgChart1"/>
    <dgm:cxn modelId="{262C6BDF-D46A-4484-865D-14930F065DA2}" type="presParOf" srcId="{C88D10AA-0A41-497F-9623-3C89AA31B3C8}" destId="{12D7A29D-5F47-4925-BF61-C752B32AD7A3}" srcOrd="1" destOrd="0" presId="urn:microsoft.com/office/officeart/2005/8/layout/orgChart1"/>
    <dgm:cxn modelId="{814272E0-1E0E-4ABA-B126-33B1879163D7}" type="presParOf" srcId="{12D7A29D-5F47-4925-BF61-C752B32AD7A3}" destId="{2B8F0698-B18B-42FF-9686-59A6655A3B56}" srcOrd="0" destOrd="0" presId="urn:microsoft.com/office/officeart/2005/8/layout/orgChart1"/>
    <dgm:cxn modelId="{C26FE9CC-3A2B-4413-BEB9-5D083C41DF17}" type="presParOf" srcId="{2B8F0698-B18B-42FF-9686-59A6655A3B56}" destId="{8EEB9725-7304-4E52-A622-B4578750EFD8}" srcOrd="0" destOrd="0" presId="urn:microsoft.com/office/officeart/2005/8/layout/orgChart1"/>
    <dgm:cxn modelId="{F399DF59-2D77-47FB-A256-C0383E976238}" type="presParOf" srcId="{2B8F0698-B18B-42FF-9686-59A6655A3B56}" destId="{6325C580-BC6F-4043-A644-7D4E9797E608}" srcOrd="1" destOrd="0" presId="urn:microsoft.com/office/officeart/2005/8/layout/orgChart1"/>
    <dgm:cxn modelId="{B9EEC3F2-D4FE-4CF6-BBB7-B7221D5AEA9B}" type="presParOf" srcId="{12D7A29D-5F47-4925-BF61-C752B32AD7A3}" destId="{AFFE612A-0858-4200-B50D-845A40AE2E09}" srcOrd="1" destOrd="0" presId="urn:microsoft.com/office/officeart/2005/8/layout/orgChart1"/>
    <dgm:cxn modelId="{4915BFE3-91EE-4E12-A217-A792B247E22C}" type="presParOf" srcId="{12D7A29D-5F47-4925-BF61-C752B32AD7A3}" destId="{768128E1-C093-4A4A-BB4E-01B7696AFDE6}" srcOrd="2" destOrd="0" presId="urn:microsoft.com/office/officeart/2005/8/layout/orgChart1"/>
    <dgm:cxn modelId="{840B588E-3B38-42F3-822B-5C85A2929B95}" type="presParOf" srcId="{C88D10AA-0A41-497F-9623-3C89AA31B3C8}" destId="{355BC530-62D9-417E-A313-B7633D3B7FF6}" srcOrd="2" destOrd="0" presId="urn:microsoft.com/office/officeart/2005/8/layout/orgChart1"/>
    <dgm:cxn modelId="{F928B825-318F-4A11-AEBE-3978D73D8F0F}" type="presParOf" srcId="{C88D10AA-0A41-497F-9623-3C89AA31B3C8}" destId="{4B8F4D28-A153-4837-AEF8-689040C869A4}" srcOrd="3" destOrd="0" presId="urn:microsoft.com/office/officeart/2005/8/layout/orgChart1"/>
    <dgm:cxn modelId="{D9BE36CD-5F9E-431F-8DD2-8E9BDD02855D}" type="presParOf" srcId="{4B8F4D28-A153-4837-AEF8-689040C869A4}" destId="{357629D6-20EB-4893-AC26-FD514C9AC3DE}" srcOrd="0" destOrd="0" presId="urn:microsoft.com/office/officeart/2005/8/layout/orgChart1"/>
    <dgm:cxn modelId="{38AD120C-4943-47C7-9531-E1F93D9B5689}" type="presParOf" srcId="{357629D6-20EB-4893-AC26-FD514C9AC3DE}" destId="{926ACE8A-1AF1-4EA0-A97B-0B7DA8EF351C}" srcOrd="0" destOrd="0" presId="urn:microsoft.com/office/officeart/2005/8/layout/orgChart1"/>
    <dgm:cxn modelId="{4BA72158-3628-4C13-9DCD-A9B93E629BBF}" type="presParOf" srcId="{357629D6-20EB-4893-AC26-FD514C9AC3DE}" destId="{1A83497D-79D0-48DA-841B-4502C013FD6F}" srcOrd="1" destOrd="0" presId="urn:microsoft.com/office/officeart/2005/8/layout/orgChart1"/>
    <dgm:cxn modelId="{1F42AECF-3330-4FB5-A78B-A7BCE9AB734E}" type="presParOf" srcId="{4B8F4D28-A153-4837-AEF8-689040C869A4}" destId="{14DC9FFC-D4F2-4197-AFE7-4F4E484CC2A4}" srcOrd="1" destOrd="0" presId="urn:microsoft.com/office/officeart/2005/8/layout/orgChart1"/>
    <dgm:cxn modelId="{7563C088-D590-4463-AA79-852A5FD7A9C7}" type="presParOf" srcId="{4B8F4D28-A153-4837-AEF8-689040C869A4}" destId="{1C939829-82D3-4882-AA52-40F14C5D1F57}" srcOrd="2" destOrd="0" presId="urn:microsoft.com/office/officeart/2005/8/layout/orgChart1"/>
    <dgm:cxn modelId="{440DB63D-FCD0-44D8-9B5C-4233FFD2A8B2}" type="presParOf" srcId="{C88D10AA-0A41-497F-9623-3C89AA31B3C8}" destId="{BA3ABC7B-12AB-42EE-909A-5A4640D81003}" srcOrd="4" destOrd="0" presId="urn:microsoft.com/office/officeart/2005/8/layout/orgChart1"/>
    <dgm:cxn modelId="{047D8A11-E72B-45C7-AADA-CDC03A86E3F0}" type="presParOf" srcId="{C88D10AA-0A41-497F-9623-3C89AA31B3C8}" destId="{72E61429-A021-452E-B2D9-1A517BEA263D}" srcOrd="5" destOrd="0" presId="urn:microsoft.com/office/officeart/2005/8/layout/orgChart1"/>
    <dgm:cxn modelId="{32AAB891-3B52-4D9E-AE7D-11A88EDC8A8C}" type="presParOf" srcId="{72E61429-A021-452E-B2D9-1A517BEA263D}" destId="{7CDE48C5-4C28-4EF3-9711-F584590A8D7D}" srcOrd="0" destOrd="0" presId="urn:microsoft.com/office/officeart/2005/8/layout/orgChart1"/>
    <dgm:cxn modelId="{472DCF3A-DB2A-464F-83DE-3C53D7D73DD8}" type="presParOf" srcId="{7CDE48C5-4C28-4EF3-9711-F584590A8D7D}" destId="{3F01AFFB-349B-4CE4-8AB3-7DD15597B0B8}" srcOrd="0" destOrd="0" presId="urn:microsoft.com/office/officeart/2005/8/layout/orgChart1"/>
    <dgm:cxn modelId="{BD69E14E-EC51-4611-8063-53FE0A2A0DC5}" type="presParOf" srcId="{7CDE48C5-4C28-4EF3-9711-F584590A8D7D}" destId="{C8CC463F-B247-48EE-89D0-CAB87B511FAF}" srcOrd="1" destOrd="0" presId="urn:microsoft.com/office/officeart/2005/8/layout/orgChart1"/>
    <dgm:cxn modelId="{DE0F623A-6FED-45AD-89F2-028D2E0D7A8C}" type="presParOf" srcId="{72E61429-A021-452E-B2D9-1A517BEA263D}" destId="{F7A51974-EE52-4C4E-9DA0-8C90CB04068B}" srcOrd="1" destOrd="0" presId="urn:microsoft.com/office/officeart/2005/8/layout/orgChart1"/>
    <dgm:cxn modelId="{9EEE0F0F-DD13-44E9-BACF-45FA334D8AF5}" type="presParOf" srcId="{72E61429-A021-452E-B2D9-1A517BEA263D}" destId="{F6BBCA57-4DE9-44E0-B91E-DA2BA026CE75}" srcOrd="2" destOrd="0" presId="urn:microsoft.com/office/officeart/2005/8/layout/orgChart1"/>
    <dgm:cxn modelId="{8A9D0EFE-549F-45DF-929C-F4E1DCB7FB5A}" type="presParOf" srcId="{3A38B47F-5D20-418E-AF69-0FFD0EB0A624}" destId="{60122076-BA58-4F8F-BB39-A2BEA31932E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A4F63E4-BA20-4A74-A8B8-FD46530D3F2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5BF9D3D-57A4-46A5-90BE-797D3615F53F}">
      <dgm:prSet phldrT="[Text]" phldr="0" custT="1"/>
      <dgm:spPr>
        <a:solidFill>
          <a:schemeClr val="accent1"/>
        </a:solidFill>
        <a:ln>
          <a:solidFill>
            <a:schemeClr val="tx1"/>
          </a:solidFill>
        </a:ln>
      </dgm:spPr>
      <dgm:t>
        <a:bodyPr/>
        <a:lstStyle/>
        <a:p>
          <a:r>
            <a:rPr lang="en-IN" sz="2400" dirty="0"/>
            <a:t>Retrieved Docs</a:t>
          </a:r>
        </a:p>
      </dgm:t>
    </dgm:pt>
    <dgm:pt modelId="{3FB9494E-38C2-460F-A19C-076760C9012F}" type="parTrans" cxnId="{26FAB3FB-ED50-47EA-A9DF-AF4A110C934C}">
      <dgm:prSet/>
      <dgm:spPr/>
      <dgm:t>
        <a:bodyPr/>
        <a:lstStyle/>
        <a:p>
          <a:endParaRPr lang="en-IN"/>
        </a:p>
      </dgm:t>
    </dgm:pt>
    <dgm:pt modelId="{176974D5-0356-4CF1-AC9B-854E6D34F1B9}" type="sibTrans" cxnId="{26FAB3FB-ED50-47EA-A9DF-AF4A110C934C}">
      <dgm:prSet/>
      <dgm:spPr/>
      <dgm:t>
        <a:bodyPr/>
        <a:lstStyle/>
        <a:p>
          <a:endParaRPr lang="en-IN"/>
        </a:p>
      </dgm:t>
    </dgm:pt>
    <dgm:pt modelId="{8E3F69E0-3CB2-47BB-A542-684A7FBB8C60}">
      <dgm:prSet phldrT="[Text]" phldr="0"/>
      <dgm:spPr/>
      <dgm:t>
        <a:bodyPr/>
        <a:lstStyle/>
        <a:p>
          <a:r>
            <a:rPr lang="en-IN"/>
            <a:t>Relevant</a:t>
          </a:r>
          <a:endParaRPr lang="en-IN" dirty="0"/>
        </a:p>
      </dgm:t>
    </dgm:pt>
    <dgm:pt modelId="{772CFC14-40EE-4423-931A-998C29C069C8}" type="parTrans" cxnId="{A6CDE282-D78B-4DEB-9C75-B57224366E16}">
      <dgm:prSet/>
      <dgm:spPr/>
      <dgm:t>
        <a:bodyPr/>
        <a:lstStyle/>
        <a:p>
          <a:endParaRPr lang="en-IN"/>
        </a:p>
      </dgm:t>
    </dgm:pt>
    <dgm:pt modelId="{26A34353-E18B-434F-9E9C-E358DFD91BFB}" type="sibTrans" cxnId="{A6CDE282-D78B-4DEB-9C75-B57224366E16}">
      <dgm:prSet/>
      <dgm:spPr/>
      <dgm:t>
        <a:bodyPr/>
        <a:lstStyle/>
        <a:p>
          <a:endParaRPr lang="en-IN"/>
        </a:p>
      </dgm:t>
    </dgm:pt>
    <dgm:pt modelId="{6743142F-F176-4E50-9064-94DFC0BE08A2}">
      <dgm:prSet phldrT="[Text]" phldr="0"/>
      <dgm:spPr/>
      <dgm:t>
        <a:bodyPr/>
        <a:lstStyle/>
        <a:p>
          <a:r>
            <a:rPr lang="en-IN" dirty="0"/>
            <a:t>Non Relevant</a:t>
          </a:r>
        </a:p>
      </dgm:t>
    </dgm:pt>
    <dgm:pt modelId="{31A4CDF7-4517-4C23-A7C7-9C64C724623F}" type="parTrans" cxnId="{66404823-0D4F-4592-AB57-7650017A41A3}">
      <dgm:prSet/>
      <dgm:spPr/>
      <dgm:t>
        <a:bodyPr/>
        <a:lstStyle/>
        <a:p>
          <a:endParaRPr lang="en-IN"/>
        </a:p>
      </dgm:t>
    </dgm:pt>
    <dgm:pt modelId="{B601EE51-B7FF-40F6-8121-36FFB988409B}" type="sibTrans" cxnId="{66404823-0D4F-4592-AB57-7650017A41A3}">
      <dgm:prSet/>
      <dgm:spPr/>
      <dgm:t>
        <a:bodyPr/>
        <a:lstStyle/>
        <a:p>
          <a:endParaRPr lang="en-IN"/>
        </a:p>
      </dgm:t>
    </dgm:pt>
    <dgm:pt modelId="{0F5B3F04-99F6-4A31-B11F-FC4355DB3966}">
      <dgm:prSet phldrT="[Text]" phldr="0"/>
      <dgm:spPr/>
      <dgm:t>
        <a:bodyPr/>
        <a:lstStyle/>
        <a:p>
          <a:r>
            <a:rPr lang="en-IN" dirty="0"/>
            <a:t>Ambiguous</a:t>
          </a:r>
        </a:p>
      </dgm:t>
    </dgm:pt>
    <dgm:pt modelId="{0DEAB536-4BB5-48DE-BA05-813445149A42}" type="parTrans" cxnId="{370621CE-C7B7-48DB-9054-F9B26C24D528}">
      <dgm:prSet/>
      <dgm:spPr/>
      <dgm:t>
        <a:bodyPr/>
        <a:lstStyle/>
        <a:p>
          <a:endParaRPr lang="en-IN"/>
        </a:p>
      </dgm:t>
    </dgm:pt>
    <dgm:pt modelId="{0BDA6592-168C-41AF-858A-BDF2C6FABDF6}" type="sibTrans" cxnId="{370621CE-C7B7-48DB-9054-F9B26C24D528}">
      <dgm:prSet/>
      <dgm:spPr/>
      <dgm:t>
        <a:bodyPr/>
        <a:lstStyle/>
        <a:p>
          <a:endParaRPr lang="en-IN"/>
        </a:p>
      </dgm:t>
    </dgm:pt>
    <dgm:pt modelId="{E30EB7BB-723C-4F47-80F2-64778EB98E83}" type="pres">
      <dgm:prSet presAssocID="{1A4F63E4-BA20-4A74-A8B8-FD46530D3F2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A38B47F-5D20-418E-AF69-0FFD0EB0A624}" type="pres">
      <dgm:prSet presAssocID="{F5BF9D3D-57A4-46A5-90BE-797D3615F53F}" presName="hierRoot1" presStyleCnt="0">
        <dgm:presLayoutVars>
          <dgm:hierBranch val="init"/>
        </dgm:presLayoutVars>
      </dgm:prSet>
      <dgm:spPr/>
    </dgm:pt>
    <dgm:pt modelId="{85D6A80B-EFF9-4321-B98F-B451F291BB61}" type="pres">
      <dgm:prSet presAssocID="{F5BF9D3D-57A4-46A5-90BE-797D3615F53F}" presName="rootComposite1" presStyleCnt="0"/>
      <dgm:spPr/>
    </dgm:pt>
    <dgm:pt modelId="{4D2BE1EB-E3BF-4330-9607-644062499B1B}" type="pres">
      <dgm:prSet presAssocID="{F5BF9D3D-57A4-46A5-90BE-797D3615F53F}" presName="rootText1" presStyleLbl="node0" presStyleIdx="0" presStyleCnt="1">
        <dgm:presLayoutVars>
          <dgm:chPref val="3"/>
        </dgm:presLayoutVars>
      </dgm:prSet>
      <dgm:spPr/>
    </dgm:pt>
    <dgm:pt modelId="{2B2F843E-8F2F-444A-A110-7A8C5BAFAFFA}" type="pres">
      <dgm:prSet presAssocID="{F5BF9D3D-57A4-46A5-90BE-797D3615F53F}" presName="rootConnector1" presStyleLbl="node1" presStyleIdx="0" presStyleCnt="0"/>
      <dgm:spPr/>
    </dgm:pt>
    <dgm:pt modelId="{C88D10AA-0A41-497F-9623-3C89AA31B3C8}" type="pres">
      <dgm:prSet presAssocID="{F5BF9D3D-57A4-46A5-90BE-797D3615F53F}" presName="hierChild2" presStyleCnt="0"/>
      <dgm:spPr/>
    </dgm:pt>
    <dgm:pt modelId="{D2616BD8-1951-432C-BFE2-AE91338E4010}" type="pres">
      <dgm:prSet presAssocID="{772CFC14-40EE-4423-931A-998C29C069C8}" presName="Name37" presStyleLbl="parChTrans1D2" presStyleIdx="0" presStyleCnt="3"/>
      <dgm:spPr/>
    </dgm:pt>
    <dgm:pt modelId="{12D7A29D-5F47-4925-BF61-C752B32AD7A3}" type="pres">
      <dgm:prSet presAssocID="{8E3F69E0-3CB2-47BB-A542-684A7FBB8C60}" presName="hierRoot2" presStyleCnt="0">
        <dgm:presLayoutVars>
          <dgm:hierBranch val="init"/>
        </dgm:presLayoutVars>
      </dgm:prSet>
      <dgm:spPr/>
    </dgm:pt>
    <dgm:pt modelId="{2B8F0698-B18B-42FF-9686-59A6655A3B56}" type="pres">
      <dgm:prSet presAssocID="{8E3F69E0-3CB2-47BB-A542-684A7FBB8C60}" presName="rootComposite" presStyleCnt="0"/>
      <dgm:spPr/>
    </dgm:pt>
    <dgm:pt modelId="{8EEB9725-7304-4E52-A622-B4578750EFD8}" type="pres">
      <dgm:prSet presAssocID="{8E3F69E0-3CB2-47BB-A542-684A7FBB8C60}" presName="rootText" presStyleLbl="node2" presStyleIdx="0" presStyleCnt="3">
        <dgm:presLayoutVars>
          <dgm:chPref val="3"/>
        </dgm:presLayoutVars>
      </dgm:prSet>
      <dgm:spPr/>
    </dgm:pt>
    <dgm:pt modelId="{6325C580-BC6F-4043-A644-7D4E9797E608}" type="pres">
      <dgm:prSet presAssocID="{8E3F69E0-3CB2-47BB-A542-684A7FBB8C60}" presName="rootConnector" presStyleLbl="node2" presStyleIdx="0" presStyleCnt="3"/>
      <dgm:spPr/>
    </dgm:pt>
    <dgm:pt modelId="{AFFE612A-0858-4200-B50D-845A40AE2E09}" type="pres">
      <dgm:prSet presAssocID="{8E3F69E0-3CB2-47BB-A542-684A7FBB8C60}" presName="hierChild4" presStyleCnt="0"/>
      <dgm:spPr/>
    </dgm:pt>
    <dgm:pt modelId="{768128E1-C093-4A4A-BB4E-01B7696AFDE6}" type="pres">
      <dgm:prSet presAssocID="{8E3F69E0-3CB2-47BB-A542-684A7FBB8C60}" presName="hierChild5" presStyleCnt="0"/>
      <dgm:spPr/>
    </dgm:pt>
    <dgm:pt modelId="{355BC530-62D9-417E-A313-B7633D3B7FF6}" type="pres">
      <dgm:prSet presAssocID="{0DEAB536-4BB5-48DE-BA05-813445149A42}" presName="Name37" presStyleLbl="parChTrans1D2" presStyleIdx="1" presStyleCnt="3"/>
      <dgm:spPr/>
    </dgm:pt>
    <dgm:pt modelId="{4B8F4D28-A153-4837-AEF8-689040C869A4}" type="pres">
      <dgm:prSet presAssocID="{0F5B3F04-99F6-4A31-B11F-FC4355DB3966}" presName="hierRoot2" presStyleCnt="0">
        <dgm:presLayoutVars>
          <dgm:hierBranch val="init"/>
        </dgm:presLayoutVars>
      </dgm:prSet>
      <dgm:spPr/>
    </dgm:pt>
    <dgm:pt modelId="{357629D6-20EB-4893-AC26-FD514C9AC3DE}" type="pres">
      <dgm:prSet presAssocID="{0F5B3F04-99F6-4A31-B11F-FC4355DB3966}" presName="rootComposite" presStyleCnt="0"/>
      <dgm:spPr/>
    </dgm:pt>
    <dgm:pt modelId="{926ACE8A-1AF1-4EA0-A97B-0B7DA8EF351C}" type="pres">
      <dgm:prSet presAssocID="{0F5B3F04-99F6-4A31-B11F-FC4355DB3966}" presName="rootText" presStyleLbl="node2" presStyleIdx="1" presStyleCnt="3">
        <dgm:presLayoutVars>
          <dgm:chPref val="3"/>
        </dgm:presLayoutVars>
      </dgm:prSet>
      <dgm:spPr/>
    </dgm:pt>
    <dgm:pt modelId="{1A83497D-79D0-48DA-841B-4502C013FD6F}" type="pres">
      <dgm:prSet presAssocID="{0F5B3F04-99F6-4A31-B11F-FC4355DB3966}" presName="rootConnector" presStyleLbl="node2" presStyleIdx="1" presStyleCnt="3"/>
      <dgm:spPr/>
    </dgm:pt>
    <dgm:pt modelId="{14DC9FFC-D4F2-4197-AFE7-4F4E484CC2A4}" type="pres">
      <dgm:prSet presAssocID="{0F5B3F04-99F6-4A31-B11F-FC4355DB3966}" presName="hierChild4" presStyleCnt="0"/>
      <dgm:spPr/>
    </dgm:pt>
    <dgm:pt modelId="{1C939829-82D3-4882-AA52-40F14C5D1F57}" type="pres">
      <dgm:prSet presAssocID="{0F5B3F04-99F6-4A31-B11F-FC4355DB3966}" presName="hierChild5" presStyleCnt="0"/>
      <dgm:spPr/>
    </dgm:pt>
    <dgm:pt modelId="{BA3ABC7B-12AB-42EE-909A-5A4640D81003}" type="pres">
      <dgm:prSet presAssocID="{31A4CDF7-4517-4C23-A7C7-9C64C724623F}" presName="Name37" presStyleLbl="parChTrans1D2" presStyleIdx="2" presStyleCnt="3"/>
      <dgm:spPr/>
    </dgm:pt>
    <dgm:pt modelId="{72E61429-A021-452E-B2D9-1A517BEA263D}" type="pres">
      <dgm:prSet presAssocID="{6743142F-F176-4E50-9064-94DFC0BE08A2}" presName="hierRoot2" presStyleCnt="0">
        <dgm:presLayoutVars>
          <dgm:hierBranch val="init"/>
        </dgm:presLayoutVars>
      </dgm:prSet>
      <dgm:spPr/>
    </dgm:pt>
    <dgm:pt modelId="{7CDE48C5-4C28-4EF3-9711-F584590A8D7D}" type="pres">
      <dgm:prSet presAssocID="{6743142F-F176-4E50-9064-94DFC0BE08A2}" presName="rootComposite" presStyleCnt="0"/>
      <dgm:spPr/>
    </dgm:pt>
    <dgm:pt modelId="{3F01AFFB-349B-4CE4-8AB3-7DD15597B0B8}" type="pres">
      <dgm:prSet presAssocID="{6743142F-F176-4E50-9064-94DFC0BE08A2}" presName="rootText" presStyleLbl="node2" presStyleIdx="2" presStyleCnt="3">
        <dgm:presLayoutVars>
          <dgm:chPref val="3"/>
        </dgm:presLayoutVars>
      </dgm:prSet>
      <dgm:spPr/>
    </dgm:pt>
    <dgm:pt modelId="{C8CC463F-B247-48EE-89D0-CAB87B511FAF}" type="pres">
      <dgm:prSet presAssocID="{6743142F-F176-4E50-9064-94DFC0BE08A2}" presName="rootConnector" presStyleLbl="node2" presStyleIdx="2" presStyleCnt="3"/>
      <dgm:spPr/>
    </dgm:pt>
    <dgm:pt modelId="{F7A51974-EE52-4C4E-9DA0-8C90CB04068B}" type="pres">
      <dgm:prSet presAssocID="{6743142F-F176-4E50-9064-94DFC0BE08A2}" presName="hierChild4" presStyleCnt="0"/>
      <dgm:spPr/>
    </dgm:pt>
    <dgm:pt modelId="{F6BBCA57-4DE9-44E0-B91E-DA2BA026CE75}" type="pres">
      <dgm:prSet presAssocID="{6743142F-F176-4E50-9064-94DFC0BE08A2}" presName="hierChild5" presStyleCnt="0"/>
      <dgm:spPr/>
    </dgm:pt>
    <dgm:pt modelId="{60122076-BA58-4F8F-BB39-A2BEA31932EF}" type="pres">
      <dgm:prSet presAssocID="{F5BF9D3D-57A4-46A5-90BE-797D3615F53F}" presName="hierChild3" presStyleCnt="0"/>
      <dgm:spPr/>
    </dgm:pt>
  </dgm:ptLst>
  <dgm:cxnLst>
    <dgm:cxn modelId="{66404823-0D4F-4592-AB57-7650017A41A3}" srcId="{F5BF9D3D-57A4-46A5-90BE-797D3615F53F}" destId="{6743142F-F176-4E50-9064-94DFC0BE08A2}" srcOrd="2" destOrd="0" parTransId="{31A4CDF7-4517-4C23-A7C7-9C64C724623F}" sibTransId="{B601EE51-B7FF-40F6-8121-36FFB988409B}"/>
    <dgm:cxn modelId="{758D7B38-1834-41D3-8FC0-98363F8A1DBF}" type="presOf" srcId="{772CFC14-40EE-4423-931A-998C29C069C8}" destId="{D2616BD8-1951-432C-BFE2-AE91338E4010}" srcOrd="0" destOrd="0" presId="urn:microsoft.com/office/officeart/2005/8/layout/orgChart1"/>
    <dgm:cxn modelId="{A5DC483C-A240-4C36-B2AD-B7B8683EF32F}" type="presOf" srcId="{8E3F69E0-3CB2-47BB-A542-684A7FBB8C60}" destId="{6325C580-BC6F-4043-A644-7D4E9797E608}" srcOrd="1" destOrd="0" presId="urn:microsoft.com/office/officeart/2005/8/layout/orgChart1"/>
    <dgm:cxn modelId="{B731D373-B075-457B-95A5-8AE878C6E97C}" type="presOf" srcId="{F5BF9D3D-57A4-46A5-90BE-797D3615F53F}" destId="{4D2BE1EB-E3BF-4330-9607-644062499B1B}" srcOrd="0" destOrd="0" presId="urn:microsoft.com/office/officeart/2005/8/layout/orgChart1"/>
    <dgm:cxn modelId="{A6CDE282-D78B-4DEB-9C75-B57224366E16}" srcId="{F5BF9D3D-57A4-46A5-90BE-797D3615F53F}" destId="{8E3F69E0-3CB2-47BB-A542-684A7FBB8C60}" srcOrd="0" destOrd="0" parTransId="{772CFC14-40EE-4423-931A-998C29C069C8}" sibTransId="{26A34353-E18B-434F-9E9C-E358DFD91BFB}"/>
    <dgm:cxn modelId="{7374548D-F3F2-4EF6-98B5-247508F51D60}" type="presOf" srcId="{1A4F63E4-BA20-4A74-A8B8-FD46530D3F28}" destId="{E30EB7BB-723C-4F47-80F2-64778EB98E83}" srcOrd="0" destOrd="0" presId="urn:microsoft.com/office/officeart/2005/8/layout/orgChart1"/>
    <dgm:cxn modelId="{FD3F9B8D-16E9-4B32-96BE-2309EC6A1973}" type="presOf" srcId="{F5BF9D3D-57A4-46A5-90BE-797D3615F53F}" destId="{2B2F843E-8F2F-444A-A110-7A8C5BAFAFFA}" srcOrd="1" destOrd="0" presId="urn:microsoft.com/office/officeart/2005/8/layout/orgChart1"/>
    <dgm:cxn modelId="{1CB8BD96-7C1C-4DF7-83A9-AA7B2B44B3DD}" type="presOf" srcId="{0F5B3F04-99F6-4A31-B11F-FC4355DB3966}" destId="{926ACE8A-1AF1-4EA0-A97B-0B7DA8EF351C}" srcOrd="0" destOrd="0" presId="urn:microsoft.com/office/officeart/2005/8/layout/orgChart1"/>
    <dgm:cxn modelId="{9259599A-B71D-40F7-8BC6-F34A80D308DA}" type="presOf" srcId="{0DEAB536-4BB5-48DE-BA05-813445149A42}" destId="{355BC530-62D9-417E-A313-B7633D3B7FF6}" srcOrd="0" destOrd="0" presId="urn:microsoft.com/office/officeart/2005/8/layout/orgChart1"/>
    <dgm:cxn modelId="{48F971B8-CCE9-48C5-917E-08F1B1462CC0}" type="presOf" srcId="{8E3F69E0-3CB2-47BB-A542-684A7FBB8C60}" destId="{8EEB9725-7304-4E52-A622-B4578750EFD8}" srcOrd="0" destOrd="0" presId="urn:microsoft.com/office/officeart/2005/8/layout/orgChart1"/>
    <dgm:cxn modelId="{73D56CB9-CB31-41E4-BB2C-B4A7CD6E64AA}" type="presOf" srcId="{31A4CDF7-4517-4C23-A7C7-9C64C724623F}" destId="{BA3ABC7B-12AB-42EE-909A-5A4640D81003}" srcOrd="0" destOrd="0" presId="urn:microsoft.com/office/officeart/2005/8/layout/orgChart1"/>
    <dgm:cxn modelId="{496ABABE-6B71-49AB-8FAE-4802F6F8A4A3}" type="presOf" srcId="{6743142F-F176-4E50-9064-94DFC0BE08A2}" destId="{3F01AFFB-349B-4CE4-8AB3-7DD15597B0B8}" srcOrd="0" destOrd="0" presId="urn:microsoft.com/office/officeart/2005/8/layout/orgChart1"/>
    <dgm:cxn modelId="{B0AFF2CC-AB85-40E1-B657-2EFC3265613D}" type="presOf" srcId="{6743142F-F176-4E50-9064-94DFC0BE08A2}" destId="{C8CC463F-B247-48EE-89D0-CAB87B511FAF}" srcOrd="1" destOrd="0" presId="urn:microsoft.com/office/officeart/2005/8/layout/orgChart1"/>
    <dgm:cxn modelId="{370621CE-C7B7-48DB-9054-F9B26C24D528}" srcId="{F5BF9D3D-57A4-46A5-90BE-797D3615F53F}" destId="{0F5B3F04-99F6-4A31-B11F-FC4355DB3966}" srcOrd="1" destOrd="0" parTransId="{0DEAB536-4BB5-48DE-BA05-813445149A42}" sibTransId="{0BDA6592-168C-41AF-858A-BDF2C6FABDF6}"/>
    <dgm:cxn modelId="{0D4DA0DD-466D-4713-96E7-71C8F389A7CC}" type="presOf" srcId="{0F5B3F04-99F6-4A31-B11F-FC4355DB3966}" destId="{1A83497D-79D0-48DA-841B-4502C013FD6F}" srcOrd="1" destOrd="0" presId="urn:microsoft.com/office/officeart/2005/8/layout/orgChart1"/>
    <dgm:cxn modelId="{26FAB3FB-ED50-47EA-A9DF-AF4A110C934C}" srcId="{1A4F63E4-BA20-4A74-A8B8-FD46530D3F28}" destId="{F5BF9D3D-57A4-46A5-90BE-797D3615F53F}" srcOrd="0" destOrd="0" parTransId="{3FB9494E-38C2-460F-A19C-076760C9012F}" sibTransId="{176974D5-0356-4CF1-AC9B-854E6D34F1B9}"/>
    <dgm:cxn modelId="{2BCC374F-2A0A-48FE-A090-C1590EC9DB17}" type="presParOf" srcId="{E30EB7BB-723C-4F47-80F2-64778EB98E83}" destId="{3A38B47F-5D20-418E-AF69-0FFD0EB0A624}" srcOrd="0" destOrd="0" presId="urn:microsoft.com/office/officeart/2005/8/layout/orgChart1"/>
    <dgm:cxn modelId="{B9E4D83F-52B1-4534-9850-F6878232AA6D}" type="presParOf" srcId="{3A38B47F-5D20-418E-AF69-0FFD0EB0A624}" destId="{85D6A80B-EFF9-4321-B98F-B451F291BB61}" srcOrd="0" destOrd="0" presId="urn:microsoft.com/office/officeart/2005/8/layout/orgChart1"/>
    <dgm:cxn modelId="{4928A3B2-1AF6-4A93-B9B8-54FB9C8E3344}" type="presParOf" srcId="{85D6A80B-EFF9-4321-B98F-B451F291BB61}" destId="{4D2BE1EB-E3BF-4330-9607-644062499B1B}" srcOrd="0" destOrd="0" presId="urn:microsoft.com/office/officeart/2005/8/layout/orgChart1"/>
    <dgm:cxn modelId="{C74E56AA-FDD4-4858-BC5C-7B49C1959544}" type="presParOf" srcId="{85D6A80B-EFF9-4321-B98F-B451F291BB61}" destId="{2B2F843E-8F2F-444A-A110-7A8C5BAFAFFA}" srcOrd="1" destOrd="0" presId="urn:microsoft.com/office/officeart/2005/8/layout/orgChart1"/>
    <dgm:cxn modelId="{2BBB7F6D-FD1F-4DF5-AA9E-07238F255E08}" type="presParOf" srcId="{3A38B47F-5D20-418E-AF69-0FFD0EB0A624}" destId="{C88D10AA-0A41-497F-9623-3C89AA31B3C8}" srcOrd="1" destOrd="0" presId="urn:microsoft.com/office/officeart/2005/8/layout/orgChart1"/>
    <dgm:cxn modelId="{FB1741AB-E724-4612-86C8-737CEE038577}" type="presParOf" srcId="{C88D10AA-0A41-497F-9623-3C89AA31B3C8}" destId="{D2616BD8-1951-432C-BFE2-AE91338E4010}" srcOrd="0" destOrd="0" presId="urn:microsoft.com/office/officeart/2005/8/layout/orgChart1"/>
    <dgm:cxn modelId="{262C6BDF-D46A-4484-865D-14930F065DA2}" type="presParOf" srcId="{C88D10AA-0A41-497F-9623-3C89AA31B3C8}" destId="{12D7A29D-5F47-4925-BF61-C752B32AD7A3}" srcOrd="1" destOrd="0" presId="urn:microsoft.com/office/officeart/2005/8/layout/orgChart1"/>
    <dgm:cxn modelId="{814272E0-1E0E-4ABA-B126-33B1879163D7}" type="presParOf" srcId="{12D7A29D-5F47-4925-BF61-C752B32AD7A3}" destId="{2B8F0698-B18B-42FF-9686-59A6655A3B56}" srcOrd="0" destOrd="0" presId="urn:microsoft.com/office/officeart/2005/8/layout/orgChart1"/>
    <dgm:cxn modelId="{C26FE9CC-3A2B-4413-BEB9-5D083C41DF17}" type="presParOf" srcId="{2B8F0698-B18B-42FF-9686-59A6655A3B56}" destId="{8EEB9725-7304-4E52-A622-B4578750EFD8}" srcOrd="0" destOrd="0" presId="urn:microsoft.com/office/officeart/2005/8/layout/orgChart1"/>
    <dgm:cxn modelId="{F399DF59-2D77-47FB-A256-C0383E976238}" type="presParOf" srcId="{2B8F0698-B18B-42FF-9686-59A6655A3B56}" destId="{6325C580-BC6F-4043-A644-7D4E9797E608}" srcOrd="1" destOrd="0" presId="urn:microsoft.com/office/officeart/2005/8/layout/orgChart1"/>
    <dgm:cxn modelId="{B9EEC3F2-D4FE-4CF6-BBB7-B7221D5AEA9B}" type="presParOf" srcId="{12D7A29D-5F47-4925-BF61-C752B32AD7A3}" destId="{AFFE612A-0858-4200-B50D-845A40AE2E09}" srcOrd="1" destOrd="0" presId="urn:microsoft.com/office/officeart/2005/8/layout/orgChart1"/>
    <dgm:cxn modelId="{4915BFE3-91EE-4E12-A217-A792B247E22C}" type="presParOf" srcId="{12D7A29D-5F47-4925-BF61-C752B32AD7A3}" destId="{768128E1-C093-4A4A-BB4E-01B7696AFDE6}" srcOrd="2" destOrd="0" presId="urn:microsoft.com/office/officeart/2005/8/layout/orgChart1"/>
    <dgm:cxn modelId="{840B588E-3B38-42F3-822B-5C85A2929B95}" type="presParOf" srcId="{C88D10AA-0A41-497F-9623-3C89AA31B3C8}" destId="{355BC530-62D9-417E-A313-B7633D3B7FF6}" srcOrd="2" destOrd="0" presId="urn:microsoft.com/office/officeart/2005/8/layout/orgChart1"/>
    <dgm:cxn modelId="{F928B825-318F-4A11-AEBE-3978D73D8F0F}" type="presParOf" srcId="{C88D10AA-0A41-497F-9623-3C89AA31B3C8}" destId="{4B8F4D28-A153-4837-AEF8-689040C869A4}" srcOrd="3" destOrd="0" presId="urn:microsoft.com/office/officeart/2005/8/layout/orgChart1"/>
    <dgm:cxn modelId="{D9BE36CD-5F9E-431F-8DD2-8E9BDD02855D}" type="presParOf" srcId="{4B8F4D28-A153-4837-AEF8-689040C869A4}" destId="{357629D6-20EB-4893-AC26-FD514C9AC3DE}" srcOrd="0" destOrd="0" presId="urn:microsoft.com/office/officeart/2005/8/layout/orgChart1"/>
    <dgm:cxn modelId="{38AD120C-4943-47C7-9531-E1F93D9B5689}" type="presParOf" srcId="{357629D6-20EB-4893-AC26-FD514C9AC3DE}" destId="{926ACE8A-1AF1-4EA0-A97B-0B7DA8EF351C}" srcOrd="0" destOrd="0" presId="urn:microsoft.com/office/officeart/2005/8/layout/orgChart1"/>
    <dgm:cxn modelId="{4BA72158-3628-4C13-9DCD-A9B93E629BBF}" type="presParOf" srcId="{357629D6-20EB-4893-AC26-FD514C9AC3DE}" destId="{1A83497D-79D0-48DA-841B-4502C013FD6F}" srcOrd="1" destOrd="0" presId="urn:microsoft.com/office/officeart/2005/8/layout/orgChart1"/>
    <dgm:cxn modelId="{1F42AECF-3330-4FB5-A78B-A7BCE9AB734E}" type="presParOf" srcId="{4B8F4D28-A153-4837-AEF8-689040C869A4}" destId="{14DC9FFC-D4F2-4197-AFE7-4F4E484CC2A4}" srcOrd="1" destOrd="0" presId="urn:microsoft.com/office/officeart/2005/8/layout/orgChart1"/>
    <dgm:cxn modelId="{7563C088-D590-4463-AA79-852A5FD7A9C7}" type="presParOf" srcId="{4B8F4D28-A153-4837-AEF8-689040C869A4}" destId="{1C939829-82D3-4882-AA52-40F14C5D1F57}" srcOrd="2" destOrd="0" presId="urn:microsoft.com/office/officeart/2005/8/layout/orgChart1"/>
    <dgm:cxn modelId="{440DB63D-FCD0-44D8-9B5C-4233FFD2A8B2}" type="presParOf" srcId="{C88D10AA-0A41-497F-9623-3C89AA31B3C8}" destId="{BA3ABC7B-12AB-42EE-909A-5A4640D81003}" srcOrd="4" destOrd="0" presId="urn:microsoft.com/office/officeart/2005/8/layout/orgChart1"/>
    <dgm:cxn modelId="{047D8A11-E72B-45C7-AADA-CDC03A86E3F0}" type="presParOf" srcId="{C88D10AA-0A41-497F-9623-3C89AA31B3C8}" destId="{72E61429-A021-452E-B2D9-1A517BEA263D}" srcOrd="5" destOrd="0" presId="urn:microsoft.com/office/officeart/2005/8/layout/orgChart1"/>
    <dgm:cxn modelId="{32AAB891-3B52-4D9E-AE7D-11A88EDC8A8C}" type="presParOf" srcId="{72E61429-A021-452E-B2D9-1A517BEA263D}" destId="{7CDE48C5-4C28-4EF3-9711-F584590A8D7D}" srcOrd="0" destOrd="0" presId="urn:microsoft.com/office/officeart/2005/8/layout/orgChart1"/>
    <dgm:cxn modelId="{472DCF3A-DB2A-464F-83DE-3C53D7D73DD8}" type="presParOf" srcId="{7CDE48C5-4C28-4EF3-9711-F584590A8D7D}" destId="{3F01AFFB-349B-4CE4-8AB3-7DD15597B0B8}" srcOrd="0" destOrd="0" presId="urn:microsoft.com/office/officeart/2005/8/layout/orgChart1"/>
    <dgm:cxn modelId="{BD69E14E-EC51-4611-8063-53FE0A2A0DC5}" type="presParOf" srcId="{7CDE48C5-4C28-4EF3-9711-F584590A8D7D}" destId="{C8CC463F-B247-48EE-89D0-CAB87B511FAF}" srcOrd="1" destOrd="0" presId="urn:microsoft.com/office/officeart/2005/8/layout/orgChart1"/>
    <dgm:cxn modelId="{DE0F623A-6FED-45AD-89F2-028D2E0D7A8C}" type="presParOf" srcId="{72E61429-A021-452E-B2D9-1A517BEA263D}" destId="{F7A51974-EE52-4C4E-9DA0-8C90CB04068B}" srcOrd="1" destOrd="0" presId="urn:microsoft.com/office/officeart/2005/8/layout/orgChart1"/>
    <dgm:cxn modelId="{9EEE0F0F-DD13-44E9-BACF-45FA334D8AF5}" type="presParOf" srcId="{72E61429-A021-452E-B2D9-1A517BEA263D}" destId="{F6BBCA57-4DE9-44E0-B91E-DA2BA026CE75}" srcOrd="2" destOrd="0" presId="urn:microsoft.com/office/officeart/2005/8/layout/orgChart1"/>
    <dgm:cxn modelId="{8A9D0EFE-549F-45DF-929C-F4E1DCB7FB5A}" type="presParOf" srcId="{3A38B47F-5D20-418E-AF69-0FFD0EB0A624}" destId="{60122076-BA58-4F8F-BB39-A2BEA31932E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A4F63E4-BA20-4A74-A8B8-FD46530D3F2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5BF9D3D-57A4-46A5-90BE-797D3615F53F}">
      <dgm:prSet phldrT="[Text]" phldr="0" custT="1"/>
      <dgm:spPr>
        <a:solidFill>
          <a:schemeClr val="accent1"/>
        </a:solidFill>
        <a:ln>
          <a:solidFill>
            <a:schemeClr val="tx1"/>
          </a:solidFill>
        </a:ln>
      </dgm:spPr>
      <dgm:t>
        <a:bodyPr/>
        <a:lstStyle/>
        <a:p>
          <a:r>
            <a:rPr lang="en-IN" sz="2400" dirty="0"/>
            <a:t>Retrieved Docs</a:t>
          </a:r>
        </a:p>
      </dgm:t>
    </dgm:pt>
    <dgm:pt modelId="{3FB9494E-38C2-460F-A19C-076760C9012F}" type="parTrans" cxnId="{26FAB3FB-ED50-47EA-A9DF-AF4A110C934C}">
      <dgm:prSet/>
      <dgm:spPr/>
      <dgm:t>
        <a:bodyPr/>
        <a:lstStyle/>
        <a:p>
          <a:endParaRPr lang="en-IN"/>
        </a:p>
      </dgm:t>
    </dgm:pt>
    <dgm:pt modelId="{176974D5-0356-4CF1-AC9B-854E6D34F1B9}" type="sibTrans" cxnId="{26FAB3FB-ED50-47EA-A9DF-AF4A110C934C}">
      <dgm:prSet/>
      <dgm:spPr/>
      <dgm:t>
        <a:bodyPr/>
        <a:lstStyle/>
        <a:p>
          <a:endParaRPr lang="en-IN"/>
        </a:p>
      </dgm:t>
    </dgm:pt>
    <dgm:pt modelId="{8E3F69E0-3CB2-47BB-A542-684A7FBB8C60}">
      <dgm:prSet phldrT="[Text]" phldr="0"/>
      <dgm:spPr/>
      <dgm:t>
        <a:bodyPr/>
        <a:lstStyle/>
        <a:p>
          <a:r>
            <a:rPr lang="en-IN"/>
            <a:t>Relevant</a:t>
          </a:r>
          <a:endParaRPr lang="en-IN" dirty="0"/>
        </a:p>
      </dgm:t>
    </dgm:pt>
    <dgm:pt modelId="{772CFC14-40EE-4423-931A-998C29C069C8}" type="parTrans" cxnId="{A6CDE282-D78B-4DEB-9C75-B57224366E16}">
      <dgm:prSet/>
      <dgm:spPr/>
      <dgm:t>
        <a:bodyPr/>
        <a:lstStyle/>
        <a:p>
          <a:endParaRPr lang="en-IN"/>
        </a:p>
      </dgm:t>
    </dgm:pt>
    <dgm:pt modelId="{26A34353-E18B-434F-9E9C-E358DFD91BFB}" type="sibTrans" cxnId="{A6CDE282-D78B-4DEB-9C75-B57224366E16}">
      <dgm:prSet/>
      <dgm:spPr/>
      <dgm:t>
        <a:bodyPr/>
        <a:lstStyle/>
        <a:p>
          <a:endParaRPr lang="en-IN"/>
        </a:p>
      </dgm:t>
    </dgm:pt>
    <dgm:pt modelId="{6743142F-F176-4E50-9064-94DFC0BE08A2}">
      <dgm:prSet phldrT="[Text]" phldr="0"/>
      <dgm:spPr/>
      <dgm:t>
        <a:bodyPr/>
        <a:lstStyle/>
        <a:p>
          <a:r>
            <a:rPr lang="en-IN" dirty="0"/>
            <a:t>Non Relevant</a:t>
          </a:r>
        </a:p>
      </dgm:t>
    </dgm:pt>
    <dgm:pt modelId="{31A4CDF7-4517-4C23-A7C7-9C64C724623F}" type="parTrans" cxnId="{66404823-0D4F-4592-AB57-7650017A41A3}">
      <dgm:prSet/>
      <dgm:spPr/>
      <dgm:t>
        <a:bodyPr/>
        <a:lstStyle/>
        <a:p>
          <a:endParaRPr lang="en-IN"/>
        </a:p>
      </dgm:t>
    </dgm:pt>
    <dgm:pt modelId="{B601EE51-B7FF-40F6-8121-36FFB988409B}" type="sibTrans" cxnId="{66404823-0D4F-4592-AB57-7650017A41A3}">
      <dgm:prSet/>
      <dgm:spPr/>
      <dgm:t>
        <a:bodyPr/>
        <a:lstStyle/>
        <a:p>
          <a:endParaRPr lang="en-IN"/>
        </a:p>
      </dgm:t>
    </dgm:pt>
    <dgm:pt modelId="{0F5B3F04-99F6-4A31-B11F-FC4355DB3966}">
      <dgm:prSet phldrT="[Text]" phldr="0"/>
      <dgm:spPr/>
      <dgm:t>
        <a:bodyPr/>
        <a:lstStyle/>
        <a:p>
          <a:r>
            <a:rPr lang="en-IN" dirty="0"/>
            <a:t>Ambiguous</a:t>
          </a:r>
        </a:p>
      </dgm:t>
    </dgm:pt>
    <dgm:pt modelId="{0DEAB536-4BB5-48DE-BA05-813445149A42}" type="parTrans" cxnId="{370621CE-C7B7-48DB-9054-F9B26C24D528}">
      <dgm:prSet/>
      <dgm:spPr/>
      <dgm:t>
        <a:bodyPr/>
        <a:lstStyle/>
        <a:p>
          <a:endParaRPr lang="en-IN"/>
        </a:p>
      </dgm:t>
    </dgm:pt>
    <dgm:pt modelId="{0BDA6592-168C-41AF-858A-BDF2C6FABDF6}" type="sibTrans" cxnId="{370621CE-C7B7-48DB-9054-F9B26C24D528}">
      <dgm:prSet/>
      <dgm:spPr/>
      <dgm:t>
        <a:bodyPr/>
        <a:lstStyle/>
        <a:p>
          <a:endParaRPr lang="en-IN"/>
        </a:p>
      </dgm:t>
    </dgm:pt>
    <dgm:pt modelId="{E30EB7BB-723C-4F47-80F2-64778EB98E83}" type="pres">
      <dgm:prSet presAssocID="{1A4F63E4-BA20-4A74-A8B8-FD46530D3F2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A38B47F-5D20-418E-AF69-0FFD0EB0A624}" type="pres">
      <dgm:prSet presAssocID="{F5BF9D3D-57A4-46A5-90BE-797D3615F53F}" presName="hierRoot1" presStyleCnt="0">
        <dgm:presLayoutVars>
          <dgm:hierBranch val="init"/>
        </dgm:presLayoutVars>
      </dgm:prSet>
      <dgm:spPr/>
    </dgm:pt>
    <dgm:pt modelId="{85D6A80B-EFF9-4321-B98F-B451F291BB61}" type="pres">
      <dgm:prSet presAssocID="{F5BF9D3D-57A4-46A5-90BE-797D3615F53F}" presName="rootComposite1" presStyleCnt="0"/>
      <dgm:spPr/>
    </dgm:pt>
    <dgm:pt modelId="{4D2BE1EB-E3BF-4330-9607-644062499B1B}" type="pres">
      <dgm:prSet presAssocID="{F5BF9D3D-57A4-46A5-90BE-797D3615F53F}" presName="rootText1" presStyleLbl="node0" presStyleIdx="0" presStyleCnt="1">
        <dgm:presLayoutVars>
          <dgm:chPref val="3"/>
        </dgm:presLayoutVars>
      </dgm:prSet>
      <dgm:spPr/>
    </dgm:pt>
    <dgm:pt modelId="{2B2F843E-8F2F-444A-A110-7A8C5BAFAFFA}" type="pres">
      <dgm:prSet presAssocID="{F5BF9D3D-57A4-46A5-90BE-797D3615F53F}" presName="rootConnector1" presStyleLbl="node1" presStyleIdx="0" presStyleCnt="0"/>
      <dgm:spPr/>
    </dgm:pt>
    <dgm:pt modelId="{C88D10AA-0A41-497F-9623-3C89AA31B3C8}" type="pres">
      <dgm:prSet presAssocID="{F5BF9D3D-57A4-46A5-90BE-797D3615F53F}" presName="hierChild2" presStyleCnt="0"/>
      <dgm:spPr/>
    </dgm:pt>
    <dgm:pt modelId="{D2616BD8-1951-432C-BFE2-AE91338E4010}" type="pres">
      <dgm:prSet presAssocID="{772CFC14-40EE-4423-931A-998C29C069C8}" presName="Name37" presStyleLbl="parChTrans1D2" presStyleIdx="0" presStyleCnt="3"/>
      <dgm:spPr/>
    </dgm:pt>
    <dgm:pt modelId="{12D7A29D-5F47-4925-BF61-C752B32AD7A3}" type="pres">
      <dgm:prSet presAssocID="{8E3F69E0-3CB2-47BB-A542-684A7FBB8C60}" presName="hierRoot2" presStyleCnt="0">
        <dgm:presLayoutVars>
          <dgm:hierBranch val="init"/>
        </dgm:presLayoutVars>
      </dgm:prSet>
      <dgm:spPr/>
    </dgm:pt>
    <dgm:pt modelId="{2B8F0698-B18B-42FF-9686-59A6655A3B56}" type="pres">
      <dgm:prSet presAssocID="{8E3F69E0-3CB2-47BB-A542-684A7FBB8C60}" presName="rootComposite" presStyleCnt="0"/>
      <dgm:spPr/>
    </dgm:pt>
    <dgm:pt modelId="{8EEB9725-7304-4E52-A622-B4578750EFD8}" type="pres">
      <dgm:prSet presAssocID="{8E3F69E0-3CB2-47BB-A542-684A7FBB8C60}" presName="rootText" presStyleLbl="node2" presStyleIdx="0" presStyleCnt="3">
        <dgm:presLayoutVars>
          <dgm:chPref val="3"/>
        </dgm:presLayoutVars>
      </dgm:prSet>
      <dgm:spPr/>
    </dgm:pt>
    <dgm:pt modelId="{6325C580-BC6F-4043-A644-7D4E9797E608}" type="pres">
      <dgm:prSet presAssocID="{8E3F69E0-3CB2-47BB-A542-684A7FBB8C60}" presName="rootConnector" presStyleLbl="node2" presStyleIdx="0" presStyleCnt="3"/>
      <dgm:spPr/>
    </dgm:pt>
    <dgm:pt modelId="{AFFE612A-0858-4200-B50D-845A40AE2E09}" type="pres">
      <dgm:prSet presAssocID="{8E3F69E0-3CB2-47BB-A542-684A7FBB8C60}" presName="hierChild4" presStyleCnt="0"/>
      <dgm:spPr/>
    </dgm:pt>
    <dgm:pt modelId="{768128E1-C093-4A4A-BB4E-01B7696AFDE6}" type="pres">
      <dgm:prSet presAssocID="{8E3F69E0-3CB2-47BB-A542-684A7FBB8C60}" presName="hierChild5" presStyleCnt="0"/>
      <dgm:spPr/>
    </dgm:pt>
    <dgm:pt modelId="{355BC530-62D9-417E-A313-B7633D3B7FF6}" type="pres">
      <dgm:prSet presAssocID="{0DEAB536-4BB5-48DE-BA05-813445149A42}" presName="Name37" presStyleLbl="parChTrans1D2" presStyleIdx="1" presStyleCnt="3"/>
      <dgm:spPr/>
    </dgm:pt>
    <dgm:pt modelId="{4B8F4D28-A153-4837-AEF8-689040C869A4}" type="pres">
      <dgm:prSet presAssocID="{0F5B3F04-99F6-4A31-B11F-FC4355DB3966}" presName="hierRoot2" presStyleCnt="0">
        <dgm:presLayoutVars>
          <dgm:hierBranch val="init"/>
        </dgm:presLayoutVars>
      </dgm:prSet>
      <dgm:spPr/>
    </dgm:pt>
    <dgm:pt modelId="{357629D6-20EB-4893-AC26-FD514C9AC3DE}" type="pres">
      <dgm:prSet presAssocID="{0F5B3F04-99F6-4A31-B11F-FC4355DB3966}" presName="rootComposite" presStyleCnt="0"/>
      <dgm:spPr/>
    </dgm:pt>
    <dgm:pt modelId="{926ACE8A-1AF1-4EA0-A97B-0B7DA8EF351C}" type="pres">
      <dgm:prSet presAssocID="{0F5B3F04-99F6-4A31-B11F-FC4355DB3966}" presName="rootText" presStyleLbl="node2" presStyleIdx="1" presStyleCnt="3">
        <dgm:presLayoutVars>
          <dgm:chPref val="3"/>
        </dgm:presLayoutVars>
      </dgm:prSet>
      <dgm:spPr/>
    </dgm:pt>
    <dgm:pt modelId="{1A83497D-79D0-48DA-841B-4502C013FD6F}" type="pres">
      <dgm:prSet presAssocID="{0F5B3F04-99F6-4A31-B11F-FC4355DB3966}" presName="rootConnector" presStyleLbl="node2" presStyleIdx="1" presStyleCnt="3"/>
      <dgm:spPr/>
    </dgm:pt>
    <dgm:pt modelId="{14DC9FFC-D4F2-4197-AFE7-4F4E484CC2A4}" type="pres">
      <dgm:prSet presAssocID="{0F5B3F04-99F6-4A31-B11F-FC4355DB3966}" presName="hierChild4" presStyleCnt="0"/>
      <dgm:spPr/>
    </dgm:pt>
    <dgm:pt modelId="{1C939829-82D3-4882-AA52-40F14C5D1F57}" type="pres">
      <dgm:prSet presAssocID="{0F5B3F04-99F6-4A31-B11F-FC4355DB3966}" presName="hierChild5" presStyleCnt="0"/>
      <dgm:spPr/>
    </dgm:pt>
    <dgm:pt modelId="{BA3ABC7B-12AB-42EE-909A-5A4640D81003}" type="pres">
      <dgm:prSet presAssocID="{31A4CDF7-4517-4C23-A7C7-9C64C724623F}" presName="Name37" presStyleLbl="parChTrans1D2" presStyleIdx="2" presStyleCnt="3"/>
      <dgm:spPr/>
    </dgm:pt>
    <dgm:pt modelId="{72E61429-A021-452E-B2D9-1A517BEA263D}" type="pres">
      <dgm:prSet presAssocID="{6743142F-F176-4E50-9064-94DFC0BE08A2}" presName="hierRoot2" presStyleCnt="0">
        <dgm:presLayoutVars>
          <dgm:hierBranch val="init"/>
        </dgm:presLayoutVars>
      </dgm:prSet>
      <dgm:spPr/>
    </dgm:pt>
    <dgm:pt modelId="{7CDE48C5-4C28-4EF3-9711-F584590A8D7D}" type="pres">
      <dgm:prSet presAssocID="{6743142F-F176-4E50-9064-94DFC0BE08A2}" presName="rootComposite" presStyleCnt="0"/>
      <dgm:spPr/>
    </dgm:pt>
    <dgm:pt modelId="{3F01AFFB-349B-4CE4-8AB3-7DD15597B0B8}" type="pres">
      <dgm:prSet presAssocID="{6743142F-F176-4E50-9064-94DFC0BE08A2}" presName="rootText" presStyleLbl="node2" presStyleIdx="2" presStyleCnt="3">
        <dgm:presLayoutVars>
          <dgm:chPref val="3"/>
        </dgm:presLayoutVars>
      </dgm:prSet>
      <dgm:spPr/>
    </dgm:pt>
    <dgm:pt modelId="{C8CC463F-B247-48EE-89D0-CAB87B511FAF}" type="pres">
      <dgm:prSet presAssocID="{6743142F-F176-4E50-9064-94DFC0BE08A2}" presName="rootConnector" presStyleLbl="node2" presStyleIdx="2" presStyleCnt="3"/>
      <dgm:spPr/>
    </dgm:pt>
    <dgm:pt modelId="{F7A51974-EE52-4C4E-9DA0-8C90CB04068B}" type="pres">
      <dgm:prSet presAssocID="{6743142F-F176-4E50-9064-94DFC0BE08A2}" presName="hierChild4" presStyleCnt="0"/>
      <dgm:spPr/>
    </dgm:pt>
    <dgm:pt modelId="{F6BBCA57-4DE9-44E0-B91E-DA2BA026CE75}" type="pres">
      <dgm:prSet presAssocID="{6743142F-F176-4E50-9064-94DFC0BE08A2}" presName="hierChild5" presStyleCnt="0"/>
      <dgm:spPr/>
    </dgm:pt>
    <dgm:pt modelId="{60122076-BA58-4F8F-BB39-A2BEA31932EF}" type="pres">
      <dgm:prSet presAssocID="{F5BF9D3D-57A4-46A5-90BE-797D3615F53F}" presName="hierChild3" presStyleCnt="0"/>
      <dgm:spPr/>
    </dgm:pt>
  </dgm:ptLst>
  <dgm:cxnLst>
    <dgm:cxn modelId="{66404823-0D4F-4592-AB57-7650017A41A3}" srcId="{F5BF9D3D-57A4-46A5-90BE-797D3615F53F}" destId="{6743142F-F176-4E50-9064-94DFC0BE08A2}" srcOrd="2" destOrd="0" parTransId="{31A4CDF7-4517-4C23-A7C7-9C64C724623F}" sibTransId="{B601EE51-B7FF-40F6-8121-36FFB988409B}"/>
    <dgm:cxn modelId="{758D7B38-1834-41D3-8FC0-98363F8A1DBF}" type="presOf" srcId="{772CFC14-40EE-4423-931A-998C29C069C8}" destId="{D2616BD8-1951-432C-BFE2-AE91338E4010}" srcOrd="0" destOrd="0" presId="urn:microsoft.com/office/officeart/2005/8/layout/orgChart1"/>
    <dgm:cxn modelId="{A5DC483C-A240-4C36-B2AD-B7B8683EF32F}" type="presOf" srcId="{8E3F69E0-3CB2-47BB-A542-684A7FBB8C60}" destId="{6325C580-BC6F-4043-A644-7D4E9797E608}" srcOrd="1" destOrd="0" presId="urn:microsoft.com/office/officeart/2005/8/layout/orgChart1"/>
    <dgm:cxn modelId="{B731D373-B075-457B-95A5-8AE878C6E97C}" type="presOf" srcId="{F5BF9D3D-57A4-46A5-90BE-797D3615F53F}" destId="{4D2BE1EB-E3BF-4330-9607-644062499B1B}" srcOrd="0" destOrd="0" presId="urn:microsoft.com/office/officeart/2005/8/layout/orgChart1"/>
    <dgm:cxn modelId="{A6CDE282-D78B-4DEB-9C75-B57224366E16}" srcId="{F5BF9D3D-57A4-46A5-90BE-797D3615F53F}" destId="{8E3F69E0-3CB2-47BB-A542-684A7FBB8C60}" srcOrd="0" destOrd="0" parTransId="{772CFC14-40EE-4423-931A-998C29C069C8}" sibTransId="{26A34353-E18B-434F-9E9C-E358DFD91BFB}"/>
    <dgm:cxn modelId="{7374548D-F3F2-4EF6-98B5-247508F51D60}" type="presOf" srcId="{1A4F63E4-BA20-4A74-A8B8-FD46530D3F28}" destId="{E30EB7BB-723C-4F47-80F2-64778EB98E83}" srcOrd="0" destOrd="0" presId="urn:microsoft.com/office/officeart/2005/8/layout/orgChart1"/>
    <dgm:cxn modelId="{FD3F9B8D-16E9-4B32-96BE-2309EC6A1973}" type="presOf" srcId="{F5BF9D3D-57A4-46A5-90BE-797D3615F53F}" destId="{2B2F843E-8F2F-444A-A110-7A8C5BAFAFFA}" srcOrd="1" destOrd="0" presId="urn:microsoft.com/office/officeart/2005/8/layout/orgChart1"/>
    <dgm:cxn modelId="{1CB8BD96-7C1C-4DF7-83A9-AA7B2B44B3DD}" type="presOf" srcId="{0F5B3F04-99F6-4A31-B11F-FC4355DB3966}" destId="{926ACE8A-1AF1-4EA0-A97B-0B7DA8EF351C}" srcOrd="0" destOrd="0" presId="urn:microsoft.com/office/officeart/2005/8/layout/orgChart1"/>
    <dgm:cxn modelId="{9259599A-B71D-40F7-8BC6-F34A80D308DA}" type="presOf" srcId="{0DEAB536-4BB5-48DE-BA05-813445149A42}" destId="{355BC530-62D9-417E-A313-B7633D3B7FF6}" srcOrd="0" destOrd="0" presId="urn:microsoft.com/office/officeart/2005/8/layout/orgChart1"/>
    <dgm:cxn modelId="{48F971B8-CCE9-48C5-917E-08F1B1462CC0}" type="presOf" srcId="{8E3F69E0-3CB2-47BB-A542-684A7FBB8C60}" destId="{8EEB9725-7304-4E52-A622-B4578750EFD8}" srcOrd="0" destOrd="0" presId="urn:microsoft.com/office/officeart/2005/8/layout/orgChart1"/>
    <dgm:cxn modelId="{73D56CB9-CB31-41E4-BB2C-B4A7CD6E64AA}" type="presOf" srcId="{31A4CDF7-4517-4C23-A7C7-9C64C724623F}" destId="{BA3ABC7B-12AB-42EE-909A-5A4640D81003}" srcOrd="0" destOrd="0" presId="urn:microsoft.com/office/officeart/2005/8/layout/orgChart1"/>
    <dgm:cxn modelId="{496ABABE-6B71-49AB-8FAE-4802F6F8A4A3}" type="presOf" srcId="{6743142F-F176-4E50-9064-94DFC0BE08A2}" destId="{3F01AFFB-349B-4CE4-8AB3-7DD15597B0B8}" srcOrd="0" destOrd="0" presId="urn:microsoft.com/office/officeart/2005/8/layout/orgChart1"/>
    <dgm:cxn modelId="{B0AFF2CC-AB85-40E1-B657-2EFC3265613D}" type="presOf" srcId="{6743142F-F176-4E50-9064-94DFC0BE08A2}" destId="{C8CC463F-B247-48EE-89D0-CAB87B511FAF}" srcOrd="1" destOrd="0" presId="urn:microsoft.com/office/officeart/2005/8/layout/orgChart1"/>
    <dgm:cxn modelId="{370621CE-C7B7-48DB-9054-F9B26C24D528}" srcId="{F5BF9D3D-57A4-46A5-90BE-797D3615F53F}" destId="{0F5B3F04-99F6-4A31-B11F-FC4355DB3966}" srcOrd="1" destOrd="0" parTransId="{0DEAB536-4BB5-48DE-BA05-813445149A42}" sibTransId="{0BDA6592-168C-41AF-858A-BDF2C6FABDF6}"/>
    <dgm:cxn modelId="{0D4DA0DD-466D-4713-96E7-71C8F389A7CC}" type="presOf" srcId="{0F5B3F04-99F6-4A31-B11F-FC4355DB3966}" destId="{1A83497D-79D0-48DA-841B-4502C013FD6F}" srcOrd="1" destOrd="0" presId="urn:microsoft.com/office/officeart/2005/8/layout/orgChart1"/>
    <dgm:cxn modelId="{26FAB3FB-ED50-47EA-A9DF-AF4A110C934C}" srcId="{1A4F63E4-BA20-4A74-A8B8-FD46530D3F28}" destId="{F5BF9D3D-57A4-46A5-90BE-797D3615F53F}" srcOrd="0" destOrd="0" parTransId="{3FB9494E-38C2-460F-A19C-076760C9012F}" sibTransId="{176974D5-0356-4CF1-AC9B-854E6D34F1B9}"/>
    <dgm:cxn modelId="{2BCC374F-2A0A-48FE-A090-C1590EC9DB17}" type="presParOf" srcId="{E30EB7BB-723C-4F47-80F2-64778EB98E83}" destId="{3A38B47F-5D20-418E-AF69-0FFD0EB0A624}" srcOrd="0" destOrd="0" presId="urn:microsoft.com/office/officeart/2005/8/layout/orgChart1"/>
    <dgm:cxn modelId="{B9E4D83F-52B1-4534-9850-F6878232AA6D}" type="presParOf" srcId="{3A38B47F-5D20-418E-AF69-0FFD0EB0A624}" destId="{85D6A80B-EFF9-4321-B98F-B451F291BB61}" srcOrd="0" destOrd="0" presId="urn:microsoft.com/office/officeart/2005/8/layout/orgChart1"/>
    <dgm:cxn modelId="{4928A3B2-1AF6-4A93-B9B8-54FB9C8E3344}" type="presParOf" srcId="{85D6A80B-EFF9-4321-B98F-B451F291BB61}" destId="{4D2BE1EB-E3BF-4330-9607-644062499B1B}" srcOrd="0" destOrd="0" presId="urn:microsoft.com/office/officeart/2005/8/layout/orgChart1"/>
    <dgm:cxn modelId="{C74E56AA-FDD4-4858-BC5C-7B49C1959544}" type="presParOf" srcId="{85D6A80B-EFF9-4321-B98F-B451F291BB61}" destId="{2B2F843E-8F2F-444A-A110-7A8C5BAFAFFA}" srcOrd="1" destOrd="0" presId="urn:microsoft.com/office/officeart/2005/8/layout/orgChart1"/>
    <dgm:cxn modelId="{2BBB7F6D-FD1F-4DF5-AA9E-07238F255E08}" type="presParOf" srcId="{3A38B47F-5D20-418E-AF69-0FFD0EB0A624}" destId="{C88D10AA-0A41-497F-9623-3C89AA31B3C8}" srcOrd="1" destOrd="0" presId="urn:microsoft.com/office/officeart/2005/8/layout/orgChart1"/>
    <dgm:cxn modelId="{FB1741AB-E724-4612-86C8-737CEE038577}" type="presParOf" srcId="{C88D10AA-0A41-497F-9623-3C89AA31B3C8}" destId="{D2616BD8-1951-432C-BFE2-AE91338E4010}" srcOrd="0" destOrd="0" presId="urn:microsoft.com/office/officeart/2005/8/layout/orgChart1"/>
    <dgm:cxn modelId="{262C6BDF-D46A-4484-865D-14930F065DA2}" type="presParOf" srcId="{C88D10AA-0A41-497F-9623-3C89AA31B3C8}" destId="{12D7A29D-5F47-4925-BF61-C752B32AD7A3}" srcOrd="1" destOrd="0" presId="urn:microsoft.com/office/officeart/2005/8/layout/orgChart1"/>
    <dgm:cxn modelId="{814272E0-1E0E-4ABA-B126-33B1879163D7}" type="presParOf" srcId="{12D7A29D-5F47-4925-BF61-C752B32AD7A3}" destId="{2B8F0698-B18B-42FF-9686-59A6655A3B56}" srcOrd="0" destOrd="0" presId="urn:microsoft.com/office/officeart/2005/8/layout/orgChart1"/>
    <dgm:cxn modelId="{C26FE9CC-3A2B-4413-BEB9-5D083C41DF17}" type="presParOf" srcId="{2B8F0698-B18B-42FF-9686-59A6655A3B56}" destId="{8EEB9725-7304-4E52-A622-B4578750EFD8}" srcOrd="0" destOrd="0" presId="urn:microsoft.com/office/officeart/2005/8/layout/orgChart1"/>
    <dgm:cxn modelId="{F399DF59-2D77-47FB-A256-C0383E976238}" type="presParOf" srcId="{2B8F0698-B18B-42FF-9686-59A6655A3B56}" destId="{6325C580-BC6F-4043-A644-7D4E9797E608}" srcOrd="1" destOrd="0" presId="urn:microsoft.com/office/officeart/2005/8/layout/orgChart1"/>
    <dgm:cxn modelId="{B9EEC3F2-D4FE-4CF6-BBB7-B7221D5AEA9B}" type="presParOf" srcId="{12D7A29D-5F47-4925-BF61-C752B32AD7A3}" destId="{AFFE612A-0858-4200-B50D-845A40AE2E09}" srcOrd="1" destOrd="0" presId="urn:microsoft.com/office/officeart/2005/8/layout/orgChart1"/>
    <dgm:cxn modelId="{4915BFE3-91EE-4E12-A217-A792B247E22C}" type="presParOf" srcId="{12D7A29D-5F47-4925-BF61-C752B32AD7A3}" destId="{768128E1-C093-4A4A-BB4E-01B7696AFDE6}" srcOrd="2" destOrd="0" presId="urn:microsoft.com/office/officeart/2005/8/layout/orgChart1"/>
    <dgm:cxn modelId="{840B588E-3B38-42F3-822B-5C85A2929B95}" type="presParOf" srcId="{C88D10AA-0A41-497F-9623-3C89AA31B3C8}" destId="{355BC530-62D9-417E-A313-B7633D3B7FF6}" srcOrd="2" destOrd="0" presId="urn:microsoft.com/office/officeart/2005/8/layout/orgChart1"/>
    <dgm:cxn modelId="{F928B825-318F-4A11-AEBE-3978D73D8F0F}" type="presParOf" srcId="{C88D10AA-0A41-497F-9623-3C89AA31B3C8}" destId="{4B8F4D28-A153-4837-AEF8-689040C869A4}" srcOrd="3" destOrd="0" presId="urn:microsoft.com/office/officeart/2005/8/layout/orgChart1"/>
    <dgm:cxn modelId="{D9BE36CD-5F9E-431F-8DD2-8E9BDD02855D}" type="presParOf" srcId="{4B8F4D28-A153-4837-AEF8-689040C869A4}" destId="{357629D6-20EB-4893-AC26-FD514C9AC3DE}" srcOrd="0" destOrd="0" presId="urn:microsoft.com/office/officeart/2005/8/layout/orgChart1"/>
    <dgm:cxn modelId="{38AD120C-4943-47C7-9531-E1F93D9B5689}" type="presParOf" srcId="{357629D6-20EB-4893-AC26-FD514C9AC3DE}" destId="{926ACE8A-1AF1-4EA0-A97B-0B7DA8EF351C}" srcOrd="0" destOrd="0" presId="urn:microsoft.com/office/officeart/2005/8/layout/orgChart1"/>
    <dgm:cxn modelId="{4BA72158-3628-4C13-9DCD-A9B93E629BBF}" type="presParOf" srcId="{357629D6-20EB-4893-AC26-FD514C9AC3DE}" destId="{1A83497D-79D0-48DA-841B-4502C013FD6F}" srcOrd="1" destOrd="0" presId="urn:microsoft.com/office/officeart/2005/8/layout/orgChart1"/>
    <dgm:cxn modelId="{1F42AECF-3330-4FB5-A78B-A7BCE9AB734E}" type="presParOf" srcId="{4B8F4D28-A153-4837-AEF8-689040C869A4}" destId="{14DC9FFC-D4F2-4197-AFE7-4F4E484CC2A4}" srcOrd="1" destOrd="0" presId="urn:microsoft.com/office/officeart/2005/8/layout/orgChart1"/>
    <dgm:cxn modelId="{7563C088-D590-4463-AA79-852A5FD7A9C7}" type="presParOf" srcId="{4B8F4D28-A153-4837-AEF8-689040C869A4}" destId="{1C939829-82D3-4882-AA52-40F14C5D1F57}" srcOrd="2" destOrd="0" presId="urn:microsoft.com/office/officeart/2005/8/layout/orgChart1"/>
    <dgm:cxn modelId="{440DB63D-FCD0-44D8-9B5C-4233FFD2A8B2}" type="presParOf" srcId="{C88D10AA-0A41-497F-9623-3C89AA31B3C8}" destId="{BA3ABC7B-12AB-42EE-909A-5A4640D81003}" srcOrd="4" destOrd="0" presId="urn:microsoft.com/office/officeart/2005/8/layout/orgChart1"/>
    <dgm:cxn modelId="{047D8A11-E72B-45C7-AADA-CDC03A86E3F0}" type="presParOf" srcId="{C88D10AA-0A41-497F-9623-3C89AA31B3C8}" destId="{72E61429-A021-452E-B2D9-1A517BEA263D}" srcOrd="5" destOrd="0" presId="urn:microsoft.com/office/officeart/2005/8/layout/orgChart1"/>
    <dgm:cxn modelId="{32AAB891-3B52-4D9E-AE7D-11A88EDC8A8C}" type="presParOf" srcId="{72E61429-A021-452E-B2D9-1A517BEA263D}" destId="{7CDE48C5-4C28-4EF3-9711-F584590A8D7D}" srcOrd="0" destOrd="0" presId="urn:microsoft.com/office/officeart/2005/8/layout/orgChart1"/>
    <dgm:cxn modelId="{472DCF3A-DB2A-464F-83DE-3C53D7D73DD8}" type="presParOf" srcId="{7CDE48C5-4C28-4EF3-9711-F584590A8D7D}" destId="{3F01AFFB-349B-4CE4-8AB3-7DD15597B0B8}" srcOrd="0" destOrd="0" presId="urn:microsoft.com/office/officeart/2005/8/layout/orgChart1"/>
    <dgm:cxn modelId="{BD69E14E-EC51-4611-8063-53FE0A2A0DC5}" type="presParOf" srcId="{7CDE48C5-4C28-4EF3-9711-F584590A8D7D}" destId="{C8CC463F-B247-48EE-89D0-CAB87B511FAF}" srcOrd="1" destOrd="0" presId="urn:microsoft.com/office/officeart/2005/8/layout/orgChart1"/>
    <dgm:cxn modelId="{DE0F623A-6FED-45AD-89F2-028D2E0D7A8C}" type="presParOf" srcId="{72E61429-A021-452E-B2D9-1A517BEA263D}" destId="{F7A51974-EE52-4C4E-9DA0-8C90CB04068B}" srcOrd="1" destOrd="0" presId="urn:microsoft.com/office/officeart/2005/8/layout/orgChart1"/>
    <dgm:cxn modelId="{9EEE0F0F-DD13-44E9-BACF-45FA334D8AF5}" type="presParOf" srcId="{72E61429-A021-452E-B2D9-1A517BEA263D}" destId="{F6BBCA57-4DE9-44E0-B91E-DA2BA026CE75}" srcOrd="2" destOrd="0" presId="urn:microsoft.com/office/officeart/2005/8/layout/orgChart1"/>
    <dgm:cxn modelId="{8A9D0EFE-549F-45DF-929C-F4E1DCB7FB5A}" type="presParOf" srcId="{3A38B47F-5D20-418E-AF69-0FFD0EB0A624}" destId="{60122076-BA58-4F8F-BB39-A2BEA31932E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3ABC7B-12AB-42EE-909A-5A4640D81003}">
      <dsp:nvSpPr>
        <dsp:cNvPr id="0" name=""/>
        <dsp:cNvSpPr/>
      </dsp:nvSpPr>
      <dsp:spPr>
        <a:xfrm>
          <a:off x="2335276" y="840959"/>
          <a:ext cx="1652224" cy="2867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374"/>
              </a:lnTo>
              <a:lnTo>
                <a:pt x="1652224" y="143374"/>
              </a:lnTo>
              <a:lnTo>
                <a:pt x="1652224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5BC530-62D9-417E-A313-B7633D3B7FF6}">
      <dsp:nvSpPr>
        <dsp:cNvPr id="0" name=""/>
        <dsp:cNvSpPr/>
      </dsp:nvSpPr>
      <dsp:spPr>
        <a:xfrm>
          <a:off x="2289556" y="840959"/>
          <a:ext cx="91440" cy="28674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616BD8-1951-432C-BFE2-AE91338E4010}">
      <dsp:nvSpPr>
        <dsp:cNvPr id="0" name=""/>
        <dsp:cNvSpPr/>
      </dsp:nvSpPr>
      <dsp:spPr>
        <a:xfrm>
          <a:off x="683051" y="840959"/>
          <a:ext cx="1652224" cy="286749"/>
        </a:xfrm>
        <a:custGeom>
          <a:avLst/>
          <a:gdLst/>
          <a:ahLst/>
          <a:cxnLst/>
          <a:rect l="0" t="0" r="0" b="0"/>
          <a:pathLst>
            <a:path>
              <a:moveTo>
                <a:pt x="1652224" y="0"/>
              </a:moveTo>
              <a:lnTo>
                <a:pt x="1652224" y="143374"/>
              </a:lnTo>
              <a:lnTo>
                <a:pt x="0" y="143374"/>
              </a:lnTo>
              <a:lnTo>
                <a:pt x="0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2BE1EB-E3BF-4330-9607-644062499B1B}">
      <dsp:nvSpPr>
        <dsp:cNvPr id="0" name=""/>
        <dsp:cNvSpPr/>
      </dsp:nvSpPr>
      <dsp:spPr>
        <a:xfrm>
          <a:off x="1652538" y="158222"/>
          <a:ext cx="1365475" cy="682737"/>
        </a:xfrm>
        <a:prstGeom prst="rect">
          <a:avLst/>
        </a:pr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Retrieved Docs</a:t>
          </a:r>
        </a:p>
      </dsp:txBody>
      <dsp:txXfrm>
        <a:off x="1652538" y="158222"/>
        <a:ext cx="1365475" cy="682737"/>
      </dsp:txXfrm>
    </dsp:sp>
    <dsp:sp modelId="{8EEB9725-7304-4E52-A622-B4578750EFD8}">
      <dsp:nvSpPr>
        <dsp:cNvPr id="0" name=""/>
        <dsp:cNvSpPr/>
      </dsp:nvSpPr>
      <dsp:spPr>
        <a:xfrm>
          <a:off x="313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Relevant</a:t>
          </a:r>
          <a:endParaRPr lang="en-IN" sz="2100" kern="1200" dirty="0"/>
        </a:p>
      </dsp:txBody>
      <dsp:txXfrm>
        <a:off x="313" y="1127709"/>
        <a:ext cx="1365475" cy="682737"/>
      </dsp:txXfrm>
    </dsp:sp>
    <dsp:sp modelId="{926ACE8A-1AF1-4EA0-A97B-0B7DA8EF351C}">
      <dsp:nvSpPr>
        <dsp:cNvPr id="0" name=""/>
        <dsp:cNvSpPr/>
      </dsp:nvSpPr>
      <dsp:spPr>
        <a:xfrm>
          <a:off x="1652538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Ambiguous</a:t>
          </a:r>
          <a:endParaRPr lang="en-IN" sz="2100" kern="1200" dirty="0"/>
        </a:p>
      </dsp:txBody>
      <dsp:txXfrm>
        <a:off x="1652538" y="1127709"/>
        <a:ext cx="1365475" cy="682737"/>
      </dsp:txXfrm>
    </dsp:sp>
    <dsp:sp modelId="{3F01AFFB-349B-4CE4-8AB3-7DD15597B0B8}">
      <dsp:nvSpPr>
        <dsp:cNvPr id="0" name=""/>
        <dsp:cNvSpPr/>
      </dsp:nvSpPr>
      <dsp:spPr>
        <a:xfrm>
          <a:off x="3304763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Non Relevant</a:t>
          </a:r>
        </a:p>
      </dsp:txBody>
      <dsp:txXfrm>
        <a:off x="3304763" y="1127709"/>
        <a:ext cx="1365475" cy="6827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3ABC7B-12AB-42EE-909A-5A4640D81003}">
      <dsp:nvSpPr>
        <dsp:cNvPr id="0" name=""/>
        <dsp:cNvSpPr/>
      </dsp:nvSpPr>
      <dsp:spPr>
        <a:xfrm>
          <a:off x="2335276" y="840959"/>
          <a:ext cx="1652224" cy="2867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374"/>
              </a:lnTo>
              <a:lnTo>
                <a:pt x="1652224" y="143374"/>
              </a:lnTo>
              <a:lnTo>
                <a:pt x="1652224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5BC530-62D9-417E-A313-B7633D3B7FF6}">
      <dsp:nvSpPr>
        <dsp:cNvPr id="0" name=""/>
        <dsp:cNvSpPr/>
      </dsp:nvSpPr>
      <dsp:spPr>
        <a:xfrm>
          <a:off x="2289556" y="840959"/>
          <a:ext cx="91440" cy="28674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616BD8-1951-432C-BFE2-AE91338E4010}">
      <dsp:nvSpPr>
        <dsp:cNvPr id="0" name=""/>
        <dsp:cNvSpPr/>
      </dsp:nvSpPr>
      <dsp:spPr>
        <a:xfrm>
          <a:off x="683051" y="840959"/>
          <a:ext cx="1652224" cy="286749"/>
        </a:xfrm>
        <a:custGeom>
          <a:avLst/>
          <a:gdLst/>
          <a:ahLst/>
          <a:cxnLst/>
          <a:rect l="0" t="0" r="0" b="0"/>
          <a:pathLst>
            <a:path>
              <a:moveTo>
                <a:pt x="1652224" y="0"/>
              </a:moveTo>
              <a:lnTo>
                <a:pt x="1652224" y="143374"/>
              </a:lnTo>
              <a:lnTo>
                <a:pt x="0" y="143374"/>
              </a:lnTo>
              <a:lnTo>
                <a:pt x="0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2BE1EB-E3BF-4330-9607-644062499B1B}">
      <dsp:nvSpPr>
        <dsp:cNvPr id="0" name=""/>
        <dsp:cNvSpPr/>
      </dsp:nvSpPr>
      <dsp:spPr>
        <a:xfrm>
          <a:off x="1652538" y="158222"/>
          <a:ext cx="1365475" cy="682737"/>
        </a:xfrm>
        <a:prstGeom prst="rect">
          <a:avLst/>
        </a:pr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Retrieved Docs</a:t>
          </a:r>
        </a:p>
      </dsp:txBody>
      <dsp:txXfrm>
        <a:off x="1652538" y="158222"/>
        <a:ext cx="1365475" cy="682737"/>
      </dsp:txXfrm>
    </dsp:sp>
    <dsp:sp modelId="{8EEB9725-7304-4E52-A622-B4578750EFD8}">
      <dsp:nvSpPr>
        <dsp:cNvPr id="0" name=""/>
        <dsp:cNvSpPr/>
      </dsp:nvSpPr>
      <dsp:spPr>
        <a:xfrm>
          <a:off x="313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Relevant</a:t>
          </a:r>
          <a:endParaRPr lang="en-IN" sz="2100" kern="1200" dirty="0"/>
        </a:p>
      </dsp:txBody>
      <dsp:txXfrm>
        <a:off x="313" y="1127709"/>
        <a:ext cx="1365475" cy="682737"/>
      </dsp:txXfrm>
    </dsp:sp>
    <dsp:sp modelId="{926ACE8A-1AF1-4EA0-A97B-0B7DA8EF351C}">
      <dsp:nvSpPr>
        <dsp:cNvPr id="0" name=""/>
        <dsp:cNvSpPr/>
      </dsp:nvSpPr>
      <dsp:spPr>
        <a:xfrm>
          <a:off x="1652538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Ambiguous</a:t>
          </a:r>
          <a:endParaRPr lang="en-IN" sz="2100" kern="1200" dirty="0"/>
        </a:p>
      </dsp:txBody>
      <dsp:txXfrm>
        <a:off x="1652538" y="1127709"/>
        <a:ext cx="1365475" cy="682737"/>
      </dsp:txXfrm>
    </dsp:sp>
    <dsp:sp modelId="{3F01AFFB-349B-4CE4-8AB3-7DD15597B0B8}">
      <dsp:nvSpPr>
        <dsp:cNvPr id="0" name=""/>
        <dsp:cNvSpPr/>
      </dsp:nvSpPr>
      <dsp:spPr>
        <a:xfrm>
          <a:off x="3304763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Non Relevant</a:t>
          </a:r>
        </a:p>
      </dsp:txBody>
      <dsp:txXfrm>
        <a:off x="3304763" y="1127709"/>
        <a:ext cx="1365475" cy="6827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3ABC7B-12AB-42EE-909A-5A4640D81003}">
      <dsp:nvSpPr>
        <dsp:cNvPr id="0" name=""/>
        <dsp:cNvSpPr/>
      </dsp:nvSpPr>
      <dsp:spPr>
        <a:xfrm>
          <a:off x="2335276" y="840959"/>
          <a:ext cx="1652224" cy="2867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374"/>
              </a:lnTo>
              <a:lnTo>
                <a:pt x="1652224" y="143374"/>
              </a:lnTo>
              <a:lnTo>
                <a:pt x="1652224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5BC530-62D9-417E-A313-B7633D3B7FF6}">
      <dsp:nvSpPr>
        <dsp:cNvPr id="0" name=""/>
        <dsp:cNvSpPr/>
      </dsp:nvSpPr>
      <dsp:spPr>
        <a:xfrm>
          <a:off x="2289556" y="840959"/>
          <a:ext cx="91440" cy="28674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616BD8-1951-432C-BFE2-AE91338E4010}">
      <dsp:nvSpPr>
        <dsp:cNvPr id="0" name=""/>
        <dsp:cNvSpPr/>
      </dsp:nvSpPr>
      <dsp:spPr>
        <a:xfrm>
          <a:off x="683051" y="840959"/>
          <a:ext cx="1652224" cy="286749"/>
        </a:xfrm>
        <a:custGeom>
          <a:avLst/>
          <a:gdLst/>
          <a:ahLst/>
          <a:cxnLst/>
          <a:rect l="0" t="0" r="0" b="0"/>
          <a:pathLst>
            <a:path>
              <a:moveTo>
                <a:pt x="1652224" y="0"/>
              </a:moveTo>
              <a:lnTo>
                <a:pt x="1652224" y="143374"/>
              </a:lnTo>
              <a:lnTo>
                <a:pt x="0" y="143374"/>
              </a:lnTo>
              <a:lnTo>
                <a:pt x="0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2BE1EB-E3BF-4330-9607-644062499B1B}">
      <dsp:nvSpPr>
        <dsp:cNvPr id="0" name=""/>
        <dsp:cNvSpPr/>
      </dsp:nvSpPr>
      <dsp:spPr>
        <a:xfrm>
          <a:off x="1652538" y="158222"/>
          <a:ext cx="1365475" cy="682737"/>
        </a:xfrm>
        <a:prstGeom prst="rect">
          <a:avLst/>
        </a:pr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Retrieved Docs</a:t>
          </a:r>
        </a:p>
      </dsp:txBody>
      <dsp:txXfrm>
        <a:off x="1652538" y="158222"/>
        <a:ext cx="1365475" cy="682737"/>
      </dsp:txXfrm>
    </dsp:sp>
    <dsp:sp modelId="{8EEB9725-7304-4E52-A622-B4578750EFD8}">
      <dsp:nvSpPr>
        <dsp:cNvPr id="0" name=""/>
        <dsp:cNvSpPr/>
      </dsp:nvSpPr>
      <dsp:spPr>
        <a:xfrm>
          <a:off x="313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Relevant</a:t>
          </a:r>
          <a:endParaRPr lang="en-IN" sz="2100" kern="1200" dirty="0"/>
        </a:p>
      </dsp:txBody>
      <dsp:txXfrm>
        <a:off x="313" y="1127709"/>
        <a:ext cx="1365475" cy="682737"/>
      </dsp:txXfrm>
    </dsp:sp>
    <dsp:sp modelId="{926ACE8A-1AF1-4EA0-A97B-0B7DA8EF351C}">
      <dsp:nvSpPr>
        <dsp:cNvPr id="0" name=""/>
        <dsp:cNvSpPr/>
      </dsp:nvSpPr>
      <dsp:spPr>
        <a:xfrm>
          <a:off x="1652538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Ambiguous</a:t>
          </a:r>
          <a:endParaRPr lang="en-IN" sz="2100" kern="1200" dirty="0"/>
        </a:p>
      </dsp:txBody>
      <dsp:txXfrm>
        <a:off x="1652538" y="1127709"/>
        <a:ext cx="1365475" cy="682737"/>
      </dsp:txXfrm>
    </dsp:sp>
    <dsp:sp modelId="{3F01AFFB-349B-4CE4-8AB3-7DD15597B0B8}">
      <dsp:nvSpPr>
        <dsp:cNvPr id="0" name=""/>
        <dsp:cNvSpPr/>
      </dsp:nvSpPr>
      <dsp:spPr>
        <a:xfrm>
          <a:off x="3304763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Non Relevant</a:t>
          </a:r>
        </a:p>
      </dsp:txBody>
      <dsp:txXfrm>
        <a:off x="3304763" y="1127709"/>
        <a:ext cx="1365475" cy="6827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3ABC7B-12AB-42EE-909A-5A4640D81003}">
      <dsp:nvSpPr>
        <dsp:cNvPr id="0" name=""/>
        <dsp:cNvSpPr/>
      </dsp:nvSpPr>
      <dsp:spPr>
        <a:xfrm>
          <a:off x="2335276" y="840959"/>
          <a:ext cx="1652224" cy="2867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374"/>
              </a:lnTo>
              <a:lnTo>
                <a:pt x="1652224" y="143374"/>
              </a:lnTo>
              <a:lnTo>
                <a:pt x="1652224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5BC530-62D9-417E-A313-B7633D3B7FF6}">
      <dsp:nvSpPr>
        <dsp:cNvPr id="0" name=""/>
        <dsp:cNvSpPr/>
      </dsp:nvSpPr>
      <dsp:spPr>
        <a:xfrm>
          <a:off x="2289556" y="840959"/>
          <a:ext cx="91440" cy="28674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616BD8-1951-432C-BFE2-AE91338E4010}">
      <dsp:nvSpPr>
        <dsp:cNvPr id="0" name=""/>
        <dsp:cNvSpPr/>
      </dsp:nvSpPr>
      <dsp:spPr>
        <a:xfrm>
          <a:off x="683051" y="840959"/>
          <a:ext cx="1652224" cy="286749"/>
        </a:xfrm>
        <a:custGeom>
          <a:avLst/>
          <a:gdLst/>
          <a:ahLst/>
          <a:cxnLst/>
          <a:rect l="0" t="0" r="0" b="0"/>
          <a:pathLst>
            <a:path>
              <a:moveTo>
                <a:pt x="1652224" y="0"/>
              </a:moveTo>
              <a:lnTo>
                <a:pt x="1652224" y="143374"/>
              </a:lnTo>
              <a:lnTo>
                <a:pt x="0" y="143374"/>
              </a:lnTo>
              <a:lnTo>
                <a:pt x="0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2BE1EB-E3BF-4330-9607-644062499B1B}">
      <dsp:nvSpPr>
        <dsp:cNvPr id="0" name=""/>
        <dsp:cNvSpPr/>
      </dsp:nvSpPr>
      <dsp:spPr>
        <a:xfrm>
          <a:off x="1652538" y="158222"/>
          <a:ext cx="1365475" cy="682737"/>
        </a:xfrm>
        <a:prstGeom prst="rect">
          <a:avLst/>
        </a:pr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Retrieved Docs</a:t>
          </a:r>
        </a:p>
      </dsp:txBody>
      <dsp:txXfrm>
        <a:off x="1652538" y="158222"/>
        <a:ext cx="1365475" cy="682737"/>
      </dsp:txXfrm>
    </dsp:sp>
    <dsp:sp modelId="{8EEB9725-7304-4E52-A622-B4578750EFD8}">
      <dsp:nvSpPr>
        <dsp:cNvPr id="0" name=""/>
        <dsp:cNvSpPr/>
      </dsp:nvSpPr>
      <dsp:spPr>
        <a:xfrm>
          <a:off x="313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Relevant</a:t>
          </a:r>
          <a:endParaRPr lang="en-IN" sz="2100" kern="1200" dirty="0"/>
        </a:p>
      </dsp:txBody>
      <dsp:txXfrm>
        <a:off x="313" y="1127709"/>
        <a:ext cx="1365475" cy="682737"/>
      </dsp:txXfrm>
    </dsp:sp>
    <dsp:sp modelId="{926ACE8A-1AF1-4EA0-A97B-0B7DA8EF351C}">
      <dsp:nvSpPr>
        <dsp:cNvPr id="0" name=""/>
        <dsp:cNvSpPr/>
      </dsp:nvSpPr>
      <dsp:spPr>
        <a:xfrm>
          <a:off x="1652538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Ambiguous</a:t>
          </a:r>
          <a:endParaRPr lang="en-IN" sz="2100" kern="1200" dirty="0"/>
        </a:p>
      </dsp:txBody>
      <dsp:txXfrm>
        <a:off x="1652538" y="1127709"/>
        <a:ext cx="1365475" cy="682737"/>
      </dsp:txXfrm>
    </dsp:sp>
    <dsp:sp modelId="{3F01AFFB-349B-4CE4-8AB3-7DD15597B0B8}">
      <dsp:nvSpPr>
        <dsp:cNvPr id="0" name=""/>
        <dsp:cNvSpPr/>
      </dsp:nvSpPr>
      <dsp:spPr>
        <a:xfrm>
          <a:off x="3304763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Non Relevant</a:t>
          </a:r>
        </a:p>
      </dsp:txBody>
      <dsp:txXfrm>
        <a:off x="3304763" y="1127709"/>
        <a:ext cx="1365475" cy="68273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3ABC7B-12AB-42EE-909A-5A4640D81003}">
      <dsp:nvSpPr>
        <dsp:cNvPr id="0" name=""/>
        <dsp:cNvSpPr/>
      </dsp:nvSpPr>
      <dsp:spPr>
        <a:xfrm>
          <a:off x="2335276" y="840959"/>
          <a:ext cx="1652224" cy="2867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374"/>
              </a:lnTo>
              <a:lnTo>
                <a:pt x="1652224" y="143374"/>
              </a:lnTo>
              <a:lnTo>
                <a:pt x="1652224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5BC530-62D9-417E-A313-B7633D3B7FF6}">
      <dsp:nvSpPr>
        <dsp:cNvPr id="0" name=""/>
        <dsp:cNvSpPr/>
      </dsp:nvSpPr>
      <dsp:spPr>
        <a:xfrm>
          <a:off x="2289556" y="840959"/>
          <a:ext cx="91440" cy="28674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616BD8-1951-432C-BFE2-AE91338E4010}">
      <dsp:nvSpPr>
        <dsp:cNvPr id="0" name=""/>
        <dsp:cNvSpPr/>
      </dsp:nvSpPr>
      <dsp:spPr>
        <a:xfrm>
          <a:off x="683051" y="840959"/>
          <a:ext cx="1652224" cy="286749"/>
        </a:xfrm>
        <a:custGeom>
          <a:avLst/>
          <a:gdLst/>
          <a:ahLst/>
          <a:cxnLst/>
          <a:rect l="0" t="0" r="0" b="0"/>
          <a:pathLst>
            <a:path>
              <a:moveTo>
                <a:pt x="1652224" y="0"/>
              </a:moveTo>
              <a:lnTo>
                <a:pt x="1652224" y="143374"/>
              </a:lnTo>
              <a:lnTo>
                <a:pt x="0" y="143374"/>
              </a:lnTo>
              <a:lnTo>
                <a:pt x="0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2BE1EB-E3BF-4330-9607-644062499B1B}">
      <dsp:nvSpPr>
        <dsp:cNvPr id="0" name=""/>
        <dsp:cNvSpPr/>
      </dsp:nvSpPr>
      <dsp:spPr>
        <a:xfrm>
          <a:off x="1652538" y="158222"/>
          <a:ext cx="1365475" cy="682737"/>
        </a:xfrm>
        <a:prstGeom prst="rect">
          <a:avLst/>
        </a:pr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Retrieved Docs</a:t>
          </a:r>
        </a:p>
      </dsp:txBody>
      <dsp:txXfrm>
        <a:off x="1652538" y="158222"/>
        <a:ext cx="1365475" cy="682737"/>
      </dsp:txXfrm>
    </dsp:sp>
    <dsp:sp modelId="{8EEB9725-7304-4E52-A622-B4578750EFD8}">
      <dsp:nvSpPr>
        <dsp:cNvPr id="0" name=""/>
        <dsp:cNvSpPr/>
      </dsp:nvSpPr>
      <dsp:spPr>
        <a:xfrm>
          <a:off x="313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Relevant</a:t>
          </a:r>
          <a:endParaRPr lang="en-IN" sz="2100" kern="1200" dirty="0"/>
        </a:p>
      </dsp:txBody>
      <dsp:txXfrm>
        <a:off x="313" y="1127709"/>
        <a:ext cx="1365475" cy="682737"/>
      </dsp:txXfrm>
    </dsp:sp>
    <dsp:sp modelId="{926ACE8A-1AF1-4EA0-A97B-0B7DA8EF351C}">
      <dsp:nvSpPr>
        <dsp:cNvPr id="0" name=""/>
        <dsp:cNvSpPr/>
      </dsp:nvSpPr>
      <dsp:spPr>
        <a:xfrm>
          <a:off x="1652538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Ambiguous</a:t>
          </a:r>
          <a:endParaRPr lang="en-IN" sz="2100" kern="1200" dirty="0"/>
        </a:p>
      </dsp:txBody>
      <dsp:txXfrm>
        <a:off x="1652538" y="1127709"/>
        <a:ext cx="1365475" cy="682737"/>
      </dsp:txXfrm>
    </dsp:sp>
    <dsp:sp modelId="{3F01AFFB-349B-4CE4-8AB3-7DD15597B0B8}">
      <dsp:nvSpPr>
        <dsp:cNvPr id="0" name=""/>
        <dsp:cNvSpPr/>
      </dsp:nvSpPr>
      <dsp:spPr>
        <a:xfrm>
          <a:off x="3304763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Non Relevant</a:t>
          </a:r>
        </a:p>
      </dsp:txBody>
      <dsp:txXfrm>
        <a:off x="3304763" y="1127709"/>
        <a:ext cx="1365475" cy="68273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3ABC7B-12AB-42EE-909A-5A4640D81003}">
      <dsp:nvSpPr>
        <dsp:cNvPr id="0" name=""/>
        <dsp:cNvSpPr/>
      </dsp:nvSpPr>
      <dsp:spPr>
        <a:xfrm>
          <a:off x="2335276" y="840959"/>
          <a:ext cx="1652224" cy="2867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374"/>
              </a:lnTo>
              <a:lnTo>
                <a:pt x="1652224" y="143374"/>
              </a:lnTo>
              <a:lnTo>
                <a:pt x="1652224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5BC530-62D9-417E-A313-B7633D3B7FF6}">
      <dsp:nvSpPr>
        <dsp:cNvPr id="0" name=""/>
        <dsp:cNvSpPr/>
      </dsp:nvSpPr>
      <dsp:spPr>
        <a:xfrm>
          <a:off x="2289556" y="840959"/>
          <a:ext cx="91440" cy="28674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616BD8-1951-432C-BFE2-AE91338E4010}">
      <dsp:nvSpPr>
        <dsp:cNvPr id="0" name=""/>
        <dsp:cNvSpPr/>
      </dsp:nvSpPr>
      <dsp:spPr>
        <a:xfrm>
          <a:off x="683051" y="840959"/>
          <a:ext cx="1652224" cy="286749"/>
        </a:xfrm>
        <a:custGeom>
          <a:avLst/>
          <a:gdLst/>
          <a:ahLst/>
          <a:cxnLst/>
          <a:rect l="0" t="0" r="0" b="0"/>
          <a:pathLst>
            <a:path>
              <a:moveTo>
                <a:pt x="1652224" y="0"/>
              </a:moveTo>
              <a:lnTo>
                <a:pt x="1652224" y="143374"/>
              </a:lnTo>
              <a:lnTo>
                <a:pt x="0" y="143374"/>
              </a:lnTo>
              <a:lnTo>
                <a:pt x="0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2BE1EB-E3BF-4330-9607-644062499B1B}">
      <dsp:nvSpPr>
        <dsp:cNvPr id="0" name=""/>
        <dsp:cNvSpPr/>
      </dsp:nvSpPr>
      <dsp:spPr>
        <a:xfrm>
          <a:off x="1652538" y="158222"/>
          <a:ext cx="1365475" cy="682737"/>
        </a:xfrm>
        <a:prstGeom prst="rect">
          <a:avLst/>
        </a:pr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Retrieved Docs</a:t>
          </a:r>
        </a:p>
      </dsp:txBody>
      <dsp:txXfrm>
        <a:off x="1652538" y="158222"/>
        <a:ext cx="1365475" cy="682737"/>
      </dsp:txXfrm>
    </dsp:sp>
    <dsp:sp modelId="{8EEB9725-7304-4E52-A622-B4578750EFD8}">
      <dsp:nvSpPr>
        <dsp:cNvPr id="0" name=""/>
        <dsp:cNvSpPr/>
      </dsp:nvSpPr>
      <dsp:spPr>
        <a:xfrm>
          <a:off x="313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Relevant</a:t>
          </a:r>
          <a:endParaRPr lang="en-IN" sz="2100" kern="1200" dirty="0"/>
        </a:p>
      </dsp:txBody>
      <dsp:txXfrm>
        <a:off x="313" y="1127709"/>
        <a:ext cx="1365475" cy="682737"/>
      </dsp:txXfrm>
    </dsp:sp>
    <dsp:sp modelId="{926ACE8A-1AF1-4EA0-A97B-0B7DA8EF351C}">
      <dsp:nvSpPr>
        <dsp:cNvPr id="0" name=""/>
        <dsp:cNvSpPr/>
      </dsp:nvSpPr>
      <dsp:spPr>
        <a:xfrm>
          <a:off x="1652538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Ambiguous</a:t>
          </a:r>
          <a:endParaRPr lang="en-IN" sz="2100" kern="1200" dirty="0"/>
        </a:p>
      </dsp:txBody>
      <dsp:txXfrm>
        <a:off x="1652538" y="1127709"/>
        <a:ext cx="1365475" cy="682737"/>
      </dsp:txXfrm>
    </dsp:sp>
    <dsp:sp modelId="{3F01AFFB-349B-4CE4-8AB3-7DD15597B0B8}">
      <dsp:nvSpPr>
        <dsp:cNvPr id="0" name=""/>
        <dsp:cNvSpPr/>
      </dsp:nvSpPr>
      <dsp:spPr>
        <a:xfrm>
          <a:off x="3304763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Non Relevant</a:t>
          </a:r>
        </a:p>
      </dsp:txBody>
      <dsp:txXfrm>
        <a:off x="3304763" y="1127709"/>
        <a:ext cx="1365475" cy="68273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3ABC7B-12AB-42EE-909A-5A4640D81003}">
      <dsp:nvSpPr>
        <dsp:cNvPr id="0" name=""/>
        <dsp:cNvSpPr/>
      </dsp:nvSpPr>
      <dsp:spPr>
        <a:xfrm>
          <a:off x="2335276" y="840959"/>
          <a:ext cx="1652224" cy="2867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374"/>
              </a:lnTo>
              <a:lnTo>
                <a:pt x="1652224" y="143374"/>
              </a:lnTo>
              <a:lnTo>
                <a:pt x="1652224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5BC530-62D9-417E-A313-B7633D3B7FF6}">
      <dsp:nvSpPr>
        <dsp:cNvPr id="0" name=""/>
        <dsp:cNvSpPr/>
      </dsp:nvSpPr>
      <dsp:spPr>
        <a:xfrm>
          <a:off x="2289556" y="840959"/>
          <a:ext cx="91440" cy="28674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616BD8-1951-432C-BFE2-AE91338E4010}">
      <dsp:nvSpPr>
        <dsp:cNvPr id="0" name=""/>
        <dsp:cNvSpPr/>
      </dsp:nvSpPr>
      <dsp:spPr>
        <a:xfrm>
          <a:off x="683051" y="840959"/>
          <a:ext cx="1652224" cy="286749"/>
        </a:xfrm>
        <a:custGeom>
          <a:avLst/>
          <a:gdLst/>
          <a:ahLst/>
          <a:cxnLst/>
          <a:rect l="0" t="0" r="0" b="0"/>
          <a:pathLst>
            <a:path>
              <a:moveTo>
                <a:pt x="1652224" y="0"/>
              </a:moveTo>
              <a:lnTo>
                <a:pt x="1652224" y="143374"/>
              </a:lnTo>
              <a:lnTo>
                <a:pt x="0" y="143374"/>
              </a:lnTo>
              <a:lnTo>
                <a:pt x="0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2BE1EB-E3BF-4330-9607-644062499B1B}">
      <dsp:nvSpPr>
        <dsp:cNvPr id="0" name=""/>
        <dsp:cNvSpPr/>
      </dsp:nvSpPr>
      <dsp:spPr>
        <a:xfrm>
          <a:off x="1652538" y="158222"/>
          <a:ext cx="1365475" cy="682737"/>
        </a:xfrm>
        <a:prstGeom prst="rect">
          <a:avLst/>
        </a:pr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Retrieved Docs</a:t>
          </a:r>
        </a:p>
      </dsp:txBody>
      <dsp:txXfrm>
        <a:off x="1652538" y="158222"/>
        <a:ext cx="1365475" cy="682737"/>
      </dsp:txXfrm>
    </dsp:sp>
    <dsp:sp modelId="{8EEB9725-7304-4E52-A622-B4578750EFD8}">
      <dsp:nvSpPr>
        <dsp:cNvPr id="0" name=""/>
        <dsp:cNvSpPr/>
      </dsp:nvSpPr>
      <dsp:spPr>
        <a:xfrm>
          <a:off x="313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Relevant</a:t>
          </a:r>
          <a:endParaRPr lang="en-IN" sz="2100" kern="1200" dirty="0"/>
        </a:p>
      </dsp:txBody>
      <dsp:txXfrm>
        <a:off x="313" y="1127709"/>
        <a:ext cx="1365475" cy="682737"/>
      </dsp:txXfrm>
    </dsp:sp>
    <dsp:sp modelId="{926ACE8A-1AF1-4EA0-A97B-0B7DA8EF351C}">
      <dsp:nvSpPr>
        <dsp:cNvPr id="0" name=""/>
        <dsp:cNvSpPr/>
      </dsp:nvSpPr>
      <dsp:spPr>
        <a:xfrm>
          <a:off x="1652538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Ambiguous</a:t>
          </a:r>
        </a:p>
      </dsp:txBody>
      <dsp:txXfrm>
        <a:off x="1652538" y="1127709"/>
        <a:ext cx="1365475" cy="682737"/>
      </dsp:txXfrm>
    </dsp:sp>
    <dsp:sp modelId="{3F01AFFB-349B-4CE4-8AB3-7DD15597B0B8}">
      <dsp:nvSpPr>
        <dsp:cNvPr id="0" name=""/>
        <dsp:cNvSpPr/>
      </dsp:nvSpPr>
      <dsp:spPr>
        <a:xfrm>
          <a:off x="3304763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Non Relevant</a:t>
          </a:r>
        </a:p>
      </dsp:txBody>
      <dsp:txXfrm>
        <a:off x="3304763" y="1127709"/>
        <a:ext cx="1365475" cy="68273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3ABC7B-12AB-42EE-909A-5A4640D81003}">
      <dsp:nvSpPr>
        <dsp:cNvPr id="0" name=""/>
        <dsp:cNvSpPr/>
      </dsp:nvSpPr>
      <dsp:spPr>
        <a:xfrm>
          <a:off x="2335276" y="840959"/>
          <a:ext cx="1652224" cy="2867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374"/>
              </a:lnTo>
              <a:lnTo>
                <a:pt x="1652224" y="143374"/>
              </a:lnTo>
              <a:lnTo>
                <a:pt x="1652224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5BC530-62D9-417E-A313-B7633D3B7FF6}">
      <dsp:nvSpPr>
        <dsp:cNvPr id="0" name=""/>
        <dsp:cNvSpPr/>
      </dsp:nvSpPr>
      <dsp:spPr>
        <a:xfrm>
          <a:off x="2289556" y="840959"/>
          <a:ext cx="91440" cy="28674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616BD8-1951-432C-BFE2-AE91338E4010}">
      <dsp:nvSpPr>
        <dsp:cNvPr id="0" name=""/>
        <dsp:cNvSpPr/>
      </dsp:nvSpPr>
      <dsp:spPr>
        <a:xfrm>
          <a:off x="683051" y="840959"/>
          <a:ext cx="1652224" cy="286749"/>
        </a:xfrm>
        <a:custGeom>
          <a:avLst/>
          <a:gdLst/>
          <a:ahLst/>
          <a:cxnLst/>
          <a:rect l="0" t="0" r="0" b="0"/>
          <a:pathLst>
            <a:path>
              <a:moveTo>
                <a:pt x="1652224" y="0"/>
              </a:moveTo>
              <a:lnTo>
                <a:pt x="1652224" y="143374"/>
              </a:lnTo>
              <a:lnTo>
                <a:pt x="0" y="143374"/>
              </a:lnTo>
              <a:lnTo>
                <a:pt x="0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2BE1EB-E3BF-4330-9607-644062499B1B}">
      <dsp:nvSpPr>
        <dsp:cNvPr id="0" name=""/>
        <dsp:cNvSpPr/>
      </dsp:nvSpPr>
      <dsp:spPr>
        <a:xfrm>
          <a:off x="1652538" y="158222"/>
          <a:ext cx="1365475" cy="682737"/>
        </a:xfrm>
        <a:prstGeom prst="rect">
          <a:avLst/>
        </a:pr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Retrieved Docs</a:t>
          </a:r>
        </a:p>
      </dsp:txBody>
      <dsp:txXfrm>
        <a:off x="1652538" y="158222"/>
        <a:ext cx="1365475" cy="682737"/>
      </dsp:txXfrm>
    </dsp:sp>
    <dsp:sp modelId="{8EEB9725-7304-4E52-A622-B4578750EFD8}">
      <dsp:nvSpPr>
        <dsp:cNvPr id="0" name=""/>
        <dsp:cNvSpPr/>
      </dsp:nvSpPr>
      <dsp:spPr>
        <a:xfrm>
          <a:off x="313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Relevant</a:t>
          </a:r>
          <a:endParaRPr lang="en-IN" sz="2100" kern="1200" dirty="0"/>
        </a:p>
      </dsp:txBody>
      <dsp:txXfrm>
        <a:off x="313" y="1127709"/>
        <a:ext cx="1365475" cy="682737"/>
      </dsp:txXfrm>
    </dsp:sp>
    <dsp:sp modelId="{926ACE8A-1AF1-4EA0-A97B-0B7DA8EF351C}">
      <dsp:nvSpPr>
        <dsp:cNvPr id="0" name=""/>
        <dsp:cNvSpPr/>
      </dsp:nvSpPr>
      <dsp:spPr>
        <a:xfrm>
          <a:off x="1652538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Ambiguous</a:t>
          </a:r>
        </a:p>
      </dsp:txBody>
      <dsp:txXfrm>
        <a:off x="1652538" y="1127709"/>
        <a:ext cx="1365475" cy="682737"/>
      </dsp:txXfrm>
    </dsp:sp>
    <dsp:sp modelId="{3F01AFFB-349B-4CE4-8AB3-7DD15597B0B8}">
      <dsp:nvSpPr>
        <dsp:cNvPr id="0" name=""/>
        <dsp:cNvSpPr/>
      </dsp:nvSpPr>
      <dsp:spPr>
        <a:xfrm>
          <a:off x="3304763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Non Relevant</a:t>
          </a:r>
        </a:p>
      </dsp:txBody>
      <dsp:txXfrm>
        <a:off x="3304763" y="1127709"/>
        <a:ext cx="1365475" cy="68273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3ABC7B-12AB-42EE-909A-5A4640D81003}">
      <dsp:nvSpPr>
        <dsp:cNvPr id="0" name=""/>
        <dsp:cNvSpPr/>
      </dsp:nvSpPr>
      <dsp:spPr>
        <a:xfrm>
          <a:off x="2335276" y="840959"/>
          <a:ext cx="1652224" cy="2867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374"/>
              </a:lnTo>
              <a:lnTo>
                <a:pt x="1652224" y="143374"/>
              </a:lnTo>
              <a:lnTo>
                <a:pt x="1652224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5BC530-62D9-417E-A313-B7633D3B7FF6}">
      <dsp:nvSpPr>
        <dsp:cNvPr id="0" name=""/>
        <dsp:cNvSpPr/>
      </dsp:nvSpPr>
      <dsp:spPr>
        <a:xfrm>
          <a:off x="2289556" y="840959"/>
          <a:ext cx="91440" cy="28674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616BD8-1951-432C-BFE2-AE91338E4010}">
      <dsp:nvSpPr>
        <dsp:cNvPr id="0" name=""/>
        <dsp:cNvSpPr/>
      </dsp:nvSpPr>
      <dsp:spPr>
        <a:xfrm>
          <a:off x="683051" y="840959"/>
          <a:ext cx="1652224" cy="286749"/>
        </a:xfrm>
        <a:custGeom>
          <a:avLst/>
          <a:gdLst/>
          <a:ahLst/>
          <a:cxnLst/>
          <a:rect l="0" t="0" r="0" b="0"/>
          <a:pathLst>
            <a:path>
              <a:moveTo>
                <a:pt x="1652224" y="0"/>
              </a:moveTo>
              <a:lnTo>
                <a:pt x="1652224" y="143374"/>
              </a:lnTo>
              <a:lnTo>
                <a:pt x="0" y="143374"/>
              </a:lnTo>
              <a:lnTo>
                <a:pt x="0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2BE1EB-E3BF-4330-9607-644062499B1B}">
      <dsp:nvSpPr>
        <dsp:cNvPr id="0" name=""/>
        <dsp:cNvSpPr/>
      </dsp:nvSpPr>
      <dsp:spPr>
        <a:xfrm>
          <a:off x="1652538" y="158222"/>
          <a:ext cx="1365475" cy="682737"/>
        </a:xfrm>
        <a:prstGeom prst="rect">
          <a:avLst/>
        </a:pr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Retrieved Docs</a:t>
          </a:r>
        </a:p>
      </dsp:txBody>
      <dsp:txXfrm>
        <a:off x="1652538" y="158222"/>
        <a:ext cx="1365475" cy="682737"/>
      </dsp:txXfrm>
    </dsp:sp>
    <dsp:sp modelId="{8EEB9725-7304-4E52-A622-B4578750EFD8}">
      <dsp:nvSpPr>
        <dsp:cNvPr id="0" name=""/>
        <dsp:cNvSpPr/>
      </dsp:nvSpPr>
      <dsp:spPr>
        <a:xfrm>
          <a:off x="313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Relevant</a:t>
          </a:r>
          <a:endParaRPr lang="en-IN" sz="2100" kern="1200" dirty="0"/>
        </a:p>
      </dsp:txBody>
      <dsp:txXfrm>
        <a:off x="313" y="1127709"/>
        <a:ext cx="1365475" cy="682737"/>
      </dsp:txXfrm>
    </dsp:sp>
    <dsp:sp modelId="{926ACE8A-1AF1-4EA0-A97B-0B7DA8EF351C}">
      <dsp:nvSpPr>
        <dsp:cNvPr id="0" name=""/>
        <dsp:cNvSpPr/>
      </dsp:nvSpPr>
      <dsp:spPr>
        <a:xfrm>
          <a:off x="1652538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Ambiguous</a:t>
          </a:r>
        </a:p>
      </dsp:txBody>
      <dsp:txXfrm>
        <a:off x="1652538" y="1127709"/>
        <a:ext cx="1365475" cy="682737"/>
      </dsp:txXfrm>
    </dsp:sp>
    <dsp:sp modelId="{3F01AFFB-349B-4CE4-8AB3-7DD15597B0B8}">
      <dsp:nvSpPr>
        <dsp:cNvPr id="0" name=""/>
        <dsp:cNvSpPr/>
      </dsp:nvSpPr>
      <dsp:spPr>
        <a:xfrm>
          <a:off x="3304763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Non Relevant</a:t>
          </a:r>
        </a:p>
      </dsp:txBody>
      <dsp:txXfrm>
        <a:off x="3304763" y="1127709"/>
        <a:ext cx="1365475" cy="68273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3ABC7B-12AB-42EE-909A-5A4640D81003}">
      <dsp:nvSpPr>
        <dsp:cNvPr id="0" name=""/>
        <dsp:cNvSpPr/>
      </dsp:nvSpPr>
      <dsp:spPr>
        <a:xfrm>
          <a:off x="2335276" y="840959"/>
          <a:ext cx="1652224" cy="2867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374"/>
              </a:lnTo>
              <a:lnTo>
                <a:pt x="1652224" y="143374"/>
              </a:lnTo>
              <a:lnTo>
                <a:pt x="1652224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5BC530-62D9-417E-A313-B7633D3B7FF6}">
      <dsp:nvSpPr>
        <dsp:cNvPr id="0" name=""/>
        <dsp:cNvSpPr/>
      </dsp:nvSpPr>
      <dsp:spPr>
        <a:xfrm>
          <a:off x="2289556" y="840959"/>
          <a:ext cx="91440" cy="28674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616BD8-1951-432C-BFE2-AE91338E4010}">
      <dsp:nvSpPr>
        <dsp:cNvPr id="0" name=""/>
        <dsp:cNvSpPr/>
      </dsp:nvSpPr>
      <dsp:spPr>
        <a:xfrm>
          <a:off x="683051" y="840959"/>
          <a:ext cx="1652224" cy="286749"/>
        </a:xfrm>
        <a:custGeom>
          <a:avLst/>
          <a:gdLst/>
          <a:ahLst/>
          <a:cxnLst/>
          <a:rect l="0" t="0" r="0" b="0"/>
          <a:pathLst>
            <a:path>
              <a:moveTo>
                <a:pt x="1652224" y="0"/>
              </a:moveTo>
              <a:lnTo>
                <a:pt x="1652224" y="143374"/>
              </a:lnTo>
              <a:lnTo>
                <a:pt x="0" y="143374"/>
              </a:lnTo>
              <a:lnTo>
                <a:pt x="0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2BE1EB-E3BF-4330-9607-644062499B1B}">
      <dsp:nvSpPr>
        <dsp:cNvPr id="0" name=""/>
        <dsp:cNvSpPr/>
      </dsp:nvSpPr>
      <dsp:spPr>
        <a:xfrm>
          <a:off x="1652538" y="158222"/>
          <a:ext cx="1365475" cy="682737"/>
        </a:xfrm>
        <a:prstGeom prst="rect">
          <a:avLst/>
        </a:pr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Retrieved Docs</a:t>
          </a:r>
        </a:p>
      </dsp:txBody>
      <dsp:txXfrm>
        <a:off x="1652538" y="158222"/>
        <a:ext cx="1365475" cy="682737"/>
      </dsp:txXfrm>
    </dsp:sp>
    <dsp:sp modelId="{8EEB9725-7304-4E52-A622-B4578750EFD8}">
      <dsp:nvSpPr>
        <dsp:cNvPr id="0" name=""/>
        <dsp:cNvSpPr/>
      </dsp:nvSpPr>
      <dsp:spPr>
        <a:xfrm>
          <a:off x="313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Relevant</a:t>
          </a:r>
          <a:endParaRPr lang="en-IN" sz="2100" kern="1200" dirty="0"/>
        </a:p>
      </dsp:txBody>
      <dsp:txXfrm>
        <a:off x="313" y="1127709"/>
        <a:ext cx="1365475" cy="682737"/>
      </dsp:txXfrm>
    </dsp:sp>
    <dsp:sp modelId="{926ACE8A-1AF1-4EA0-A97B-0B7DA8EF351C}">
      <dsp:nvSpPr>
        <dsp:cNvPr id="0" name=""/>
        <dsp:cNvSpPr/>
      </dsp:nvSpPr>
      <dsp:spPr>
        <a:xfrm>
          <a:off x="1652538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Ambiguous</a:t>
          </a:r>
        </a:p>
      </dsp:txBody>
      <dsp:txXfrm>
        <a:off x="1652538" y="1127709"/>
        <a:ext cx="1365475" cy="682737"/>
      </dsp:txXfrm>
    </dsp:sp>
    <dsp:sp modelId="{3F01AFFB-349B-4CE4-8AB3-7DD15597B0B8}">
      <dsp:nvSpPr>
        <dsp:cNvPr id="0" name=""/>
        <dsp:cNvSpPr/>
      </dsp:nvSpPr>
      <dsp:spPr>
        <a:xfrm>
          <a:off x="3304763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Non Relevant</a:t>
          </a:r>
        </a:p>
      </dsp:txBody>
      <dsp:txXfrm>
        <a:off x="3304763" y="1127709"/>
        <a:ext cx="1365475" cy="68273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3ABC7B-12AB-42EE-909A-5A4640D81003}">
      <dsp:nvSpPr>
        <dsp:cNvPr id="0" name=""/>
        <dsp:cNvSpPr/>
      </dsp:nvSpPr>
      <dsp:spPr>
        <a:xfrm>
          <a:off x="2335276" y="840959"/>
          <a:ext cx="1652224" cy="2867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374"/>
              </a:lnTo>
              <a:lnTo>
                <a:pt x="1652224" y="143374"/>
              </a:lnTo>
              <a:lnTo>
                <a:pt x="1652224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5BC530-62D9-417E-A313-B7633D3B7FF6}">
      <dsp:nvSpPr>
        <dsp:cNvPr id="0" name=""/>
        <dsp:cNvSpPr/>
      </dsp:nvSpPr>
      <dsp:spPr>
        <a:xfrm>
          <a:off x="2289556" y="840959"/>
          <a:ext cx="91440" cy="28674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616BD8-1951-432C-BFE2-AE91338E4010}">
      <dsp:nvSpPr>
        <dsp:cNvPr id="0" name=""/>
        <dsp:cNvSpPr/>
      </dsp:nvSpPr>
      <dsp:spPr>
        <a:xfrm>
          <a:off x="683051" y="840959"/>
          <a:ext cx="1652224" cy="286749"/>
        </a:xfrm>
        <a:custGeom>
          <a:avLst/>
          <a:gdLst/>
          <a:ahLst/>
          <a:cxnLst/>
          <a:rect l="0" t="0" r="0" b="0"/>
          <a:pathLst>
            <a:path>
              <a:moveTo>
                <a:pt x="1652224" y="0"/>
              </a:moveTo>
              <a:lnTo>
                <a:pt x="1652224" y="143374"/>
              </a:lnTo>
              <a:lnTo>
                <a:pt x="0" y="143374"/>
              </a:lnTo>
              <a:lnTo>
                <a:pt x="0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2BE1EB-E3BF-4330-9607-644062499B1B}">
      <dsp:nvSpPr>
        <dsp:cNvPr id="0" name=""/>
        <dsp:cNvSpPr/>
      </dsp:nvSpPr>
      <dsp:spPr>
        <a:xfrm>
          <a:off x="1652538" y="158222"/>
          <a:ext cx="1365475" cy="682737"/>
        </a:xfrm>
        <a:prstGeom prst="rect">
          <a:avLst/>
        </a:pr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Retrieved Docs</a:t>
          </a:r>
        </a:p>
      </dsp:txBody>
      <dsp:txXfrm>
        <a:off x="1652538" y="158222"/>
        <a:ext cx="1365475" cy="682737"/>
      </dsp:txXfrm>
    </dsp:sp>
    <dsp:sp modelId="{8EEB9725-7304-4E52-A622-B4578750EFD8}">
      <dsp:nvSpPr>
        <dsp:cNvPr id="0" name=""/>
        <dsp:cNvSpPr/>
      </dsp:nvSpPr>
      <dsp:spPr>
        <a:xfrm>
          <a:off x="313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Relevant</a:t>
          </a:r>
          <a:endParaRPr lang="en-IN" sz="2100" kern="1200" dirty="0"/>
        </a:p>
      </dsp:txBody>
      <dsp:txXfrm>
        <a:off x="313" y="1127709"/>
        <a:ext cx="1365475" cy="682737"/>
      </dsp:txXfrm>
    </dsp:sp>
    <dsp:sp modelId="{926ACE8A-1AF1-4EA0-A97B-0B7DA8EF351C}">
      <dsp:nvSpPr>
        <dsp:cNvPr id="0" name=""/>
        <dsp:cNvSpPr/>
      </dsp:nvSpPr>
      <dsp:spPr>
        <a:xfrm>
          <a:off x="1652538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Ambiguous</a:t>
          </a:r>
        </a:p>
      </dsp:txBody>
      <dsp:txXfrm>
        <a:off x="1652538" y="1127709"/>
        <a:ext cx="1365475" cy="682737"/>
      </dsp:txXfrm>
    </dsp:sp>
    <dsp:sp modelId="{3F01AFFB-349B-4CE4-8AB3-7DD15597B0B8}">
      <dsp:nvSpPr>
        <dsp:cNvPr id="0" name=""/>
        <dsp:cNvSpPr/>
      </dsp:nvSpPr>
      <dsp:spPr>
        <a:xfrm>
          <a:off x="3304763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Non Relevant</a:t>
          </a:r>
        </a:p>
      </dsp:txBody>
      <dsp:txXfrm>
        <a:off x="3304763" y="1127709"/>
        <a:ext cx="1365475" cy="68273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3ABC7B-12AB-42EE-909A-5A4640D81003}">
      <dsp:nvSpPr>
        <dsp:cNvPr id="0" name=""/>
        <dsp:cNvSpPr/>
      </dsp:nvSpPr>
      <dsp:spPr>
        <a:xfrm>
          <a:off x="2335276" y="840959"/>
          <a:ext cx="1652224" cy="2867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374"/>
              </a:lnTo>
              <a:lnTo>
                <a:pt x="1652224" y="143374"/>
              </a:lnTo>
              <a:lnTo>
                <a:pt x="1652224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5BC530-62D9-417E-A313-B7633D3B7FF6}">
      <dsp:nvSpPr>
        <dsp:cNvPr id="0" name=""/>
        <dsp:cNvSpPr/>
      </dsp:nvSpPr>
      <dsp:spPr>
        <a:xfrm>
          <a:off x="2289556" y="840959"/>
          <a:ext cx="91440" cy="28674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616BD8-1951-432C-BFE2-AE91338E4010}">
      <dsp:nvSpPr>
        <dsp:cNvPr id="0" name=""/>
        <dsp:cNvSpPr/>
      </dsp:nvSpPr>
      <dsp:spPr>
        <a:xfrm>
          <a:off x="683051" y="840959"/>
          <a:ext cx="1652224" cy="286749"/>
        </a:xfrm>
        <a:custGeom>
          <a:avLst/>
          <a:gdLst/>
          <a:ahLst/>
          <a:cxnLst/>
          <a:rect l="0" t="0" r="0" b="0"/>
          <a:pathLst>
            <a:path>
              <a:moveTo>
                <a:pt x="1652224" y="0"/>
              </a:moveTo>
              <a:lnTo>
                <a:pt x="1652224" y="143374"/>
              </a:lnTo>
              <a:lnTo>
                <a:pt x="0" y="143374"/>
              </a:lnTo>
              <a:lnTo>
                <a:pt x="0" y="28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2BE1EB-E3BF-4330-9607-644062499B1B}">
      <dsp:nvSpPr>
        <dsp:cNvPr id="0" name=""/>
        <dsp:cNvSpPr/>
      </dsp:nvSpPr>
      <dsp:spPr>
        <a:xfrm>
          <a:off x="1652538" y="158222"/>
          <a:ext cx="1365475" cy="682737"/>
        </a:xfrm>
        <a:prstGeom prst="rect">
          <a:avLst/>
        </a:pr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Retrieved Docs</a:t>
          </a:r>
        </a:p>
      </dsp:txBody>
      <dsp:txXfrm>
        <a:off x="1652538" y="158222"/>
        <a:ext cx="1365475" cy="682737"/>
      </dsp:txXfrm>
    </dsp:sp>
    <dsp:sp modelId="{8EEB9725-7304-4E52-A622-B4578750EFD8}">
      <dsp:nvSpPr>
        <dsp:cNvPr id="0" name=""/>
        <dsp:cNvSpPr/>
      </dsp:nvSpPr>
      <dsp:spPr>
        <a:xfrm>
          <a:off x="313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Relevant</a:t>
          </a:r>
          <a:endParaRPr lang="en-IN" sz="2100" kern="1200" dirty="0"/>
        </a:p>
      </dsp:txBody>
      <dsp:txXfrm>
        <a:off x="313" y="1127709"/>
        <a:ext cx="1365475" cy="682737"/>
      </dsp:txXfrm>
    </dsp:sp>
    <dsp:sp modelId="{926ACE8A-1AF1-4EA0-A97B-0B7DA8EF351C}">
      <dsp:nvSpPr>
        <dsp:cNvPr id="0" name=""/>
        <dsp:cNvSpPr/>
      </dsp:nvSpPr>
      <dsp:spPr>
        <a:xfrm>
          <a:off x="1652538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Ambiguous</a:t>
          </a:r>
        </a:p>
      </dsp:txBody>
      <dsp:txXfrm>
        <a:off x="1652538" y="1127709"/>
        <a:ext cx="1365475" cy="682737"/>
      </dsp:txXfrm>
    </dsp:sp>
    <dsp:sp modelId="{3F01AFFB-349B-4CE4-8AB3-7DD15597B0B8}">
      <dsp:nvSpPr>
        <dsp:cNvPr id="0" name=""/>
        <dsp:cNvSpPr/>
      </dsp:nvSpPr>
      <dsp:spPr>
        <a:xfrm>
          <a:off x="3304763" y="1127709"/>
          <a:ext cx="1365475" cy="682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Non Relevant</a:t>
          </a:r>
        </a:p>
      </dsp:txBody>
      <dsp:txXfrm>
        <a:off x="3304763" y="1127709"/>
        <a:ext cx="1365475" cy="6827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243D74-B9C1-450A-B0F3-6C6DCB0CF2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C27C33-9BB1-41D5-A236-12767E7E7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B3EA8-A58D-4C92-A3AB-D271CCC294C7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7EADB-04A4-4093-B238-438E2C7317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D8696-706D-440E-AE04-4C644F0613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A5DE8-F2C4-4DB3-88D1-656DCD59E7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824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FB4FA-E877-413E-B608-88789D806C57}" type="datetimeFigureOut">
              <a:rPr lang="en-US" noProof="0" smtClean="0"/>
              <a:t>6/8/2026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6304E-FDE3-4B4F-A3B7-EBE87F3FA5E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D93970-B13A-F96D-A4B1-3A1EE74841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20237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10954512" cy="3246120"/>
          </a:xfrm>
        </p:spPr>
        <p:txBody>
          <a:bodyPr anchor="b">
            <a:noAutofit/>
          </a:bodyPr>
          <a:lstStyle>
            <a:lvl1pPr algn="ctr">
              <a:defRPr sz="6600" b="1" i="0" cap="none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758183"/>
            <a:ext cx="10954512" cy="1307592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850392"/>
            <a:ext cx="3913632" cy="4800600"/>
          </a:xfrm>
        </p:spPr>
        <p:txBody>
          <a:bodyPr/>
          <a:lstStyle>
            <a:lvl1pPr>
              <a:defRPr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965960"/>
            <a:ext cx="4050792" cy="2953512"/>
          </a:xfrm>
        </p:spPr>
        <p:txBody>
          <a:bodyPr anchor="ctr" anchorCtr="0"/>
          <a:lstStyle>
            <a:lvl1pPr>
              <a:defRPr cap="all" baseline="0">
                <a:solidFill>
                  <a:schemeClr val="accent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906EB944-76A9-6F98-104E-59CD34F5CF9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898C8E3F-6992-0D8A-CCA1-3DD2C147AA8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756"/>
          <a:stretch/>
        </p:blipFill>
        <p:spPr>
          <a:xfrm>
            <a:off x="8853067" y="1"/>
            <a:ext cx="1875091" cy="1605320"/>
          </a:xfrm>
          <a:prstGeom prst="rect">
            <a:avLst/>
          </a:prstGeom>
        </p:spPr>
      </p:pic>
      <p:pic>
        <p:nvPicPr>
          <p:cNvPr id="13" name="Picture 7">
            <a:extLst>
              <a:ext uri="{FF2B5EF4-FFF2-40B4-BE49-F238E27FC236}">
                <a16:creationId xmlns:a16="http://schemas.microsoft.com/office/drawing/2014/main" id="{4417AC45-4CB7-72E8-3723-B1A3D81FB6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13775" y="5533690"/>
            <a:ext cx="493392" cy="49552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E5941EF-B160-313A-DA99-73C86EDC4C1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6794"/>
          <a:stretch/>
        </p:blipFill>
        <p:spPr>
          <a:xfrm>
            <a:off x="10316909" y="2723673"/>
            <a:ext cx="1875091" cy="360098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EC16221-5852-F1A3-24D1-8EF5E907173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1791"/>
          <a:stretch/>
        </p:blipFill>
        <p:spPr>
          <a:xfrm>
            <a:off x="3497179" y="6324654"/>
            <a:ext cx="910220" cy="54136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D8B34C3-E35E-0B4E-1F8E-59C449A3C8D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31904"/>
          <a:stretch/>
        </p:blipFill>
        <p:spPr>
          <a:xfrm>
            <a:off x="1601212" y="0"/>
            <a:ext cx="1032928" cy="71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5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1FEFCE-5DDA-D353-F1BF-36752F5F07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917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1325880"/>
            <a:ext cx="10460736" cy="2286000"/>
          </a:xfrm>
        </p:spPr>
        <p:txBody>
          <a:bodyPr anchor="b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824" y="3749040"/>
            <a:ext cx="10460736" cy="2286000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272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B6718ABD-4EA5-E3C5-0225-F6671DCA53AD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21A955-CA2D-A65D-6E60-DAAAA4ACFA3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1050"/>
          <a:stretch/>
        </p:blipFill>
        <p:spPr>
          <a:xfrm>
            <a:off x="0" y="2887579"/>
            <a:ext cx="2432421" cy="360466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B70155A-604C-AD00-BE69-4505C75CE01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874" b="-1"/>
          <a:stretch/>
        </p:blipFill>
        <p:spPr>
          <a:xfrm rot="5400000">
            <a:off x="11281284" y="2493882"/>
            <a:ext cx="1032928" cy="88789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74D1084-EF5E-D016-13E0-1840BDFFD0A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-880"/>
          <a:stretch/>
        </p:blipFill>
        <p:spPr>
          <a:xfrm>
            <a:off x="9897978" y="5987153"/>
            <a:ext cx="490012" cy="5050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313432"/>
            <a:ext cx="6327648" cy="3218688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032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1B9A11-4222-BB4A-66D3-D37C79AC5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r="21" b="21"/>
          <a:stretch/>
        </p:blipFill>
        <p:spPr>
          <a:xfrm>
            <a:off x="-2595" y="1459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6" y="27432"/>
            <a:ext cx="7004304" cy="3566160"/>
          </a:xfrm>
        </p:spPr>
        <p:txBody>
          <a:bodyPr anchor="b">
            <a:noAutofit/>
          </a:bodyPr>
          <a:lstStyle>
            <a:lvl1pPr algn="ctr">
              <a:defRPr sz="60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5" y="3767328"/>
            <a:ext cx="7004303" cy="1161288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29623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72C86F9-080E-93F7-C7B1-F5BEAD84E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5064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432304"/>
            <a:ext cx="3108960" cy="3412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6592" y="1920240"/>
            <a:ext cx="6620256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FF98F94-8801-13BE-8EB4-01921AC196C8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BF5718-9534-FD92-79D7-ECC66603E70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62387"/>
          <a:stretch/>
        </p:blipFill>
        <p:spPr>
          <a:xfrm rot="5400000">
            <a:off x="1778676" y="5204330"/>
            <a:ext cx="907513" cy="24653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FF40650-9AD0-96F8-F702-185D1729AF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558" y="5429608"/>
            <a:ext cx="406214" cy="41506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3AC8518-2F0B-6FC0-0C0E-6CE9D00EAC7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4860" b="-1"/>
          <a:stretch/>
        </p:blipFill>
        <p:spPr>
          <a:xfrm>
            <a:off x="10214191" y="365126"/>
            <a:ext cx="1032928" cy="110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60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3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7B4AF60-AC65-3E7A-4A5D-EBF1A7030D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63" b="3063"/>
          <a:stretch/>
        </p:blipFill>
        <p:spPr>
          <a:xfrm>
            <a:off x="1" y="2917"/>
            <a:ext cx="12197189" cy="6855082"/>
          </a:xfrm>
          <a:prstGeom prst="rect">
            <a:avLst/>
          </a:prstGeom>
        </p:spPr>
      </p:pic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95671103-2960-81E2-9A76-0E7FDE6B3E55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276856"/>
            <a:ext cx="6327648" cy="3090672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26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86060D16-E6F6-EA0E-E58E-526234AB656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0958AA-6F1A-C4A2-FB66-1A6F7F8834B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6095" b="-1"/>
          <a:stretch/>
        </p:blipFill>
        <p:spPr>
          <a:xfrm>
            <a:off x="569419" y="4426479"/>
            <a:ext cx="1472805" cy="159661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EADFA2-398E-9388-8295-063D31FB38E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6095" b="-1"/>
          <a:stretch/>
        </p:blipFill>
        <p:spPr>
          <a:xfrm rot="3765410" flipV="1">
            <a:off x="1448505" y="4094575"/>
            <a:ext cx="862484" cy="934988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D09A7588-8EFD-A0C5-4235-45B7D657ECF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5453"/>
          <a:stretch/>
        </p:blipFill>
        <p:spPr>
          <a:xfrm>
            <a:off x="9469547" y="5719093"/>
            <a:ext cx="1756858" cy="113890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F04D7D6-513C-D18A-AF21-D10F0E5D3B8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1" r="-750"/>
          <a:stretch/>
        </p:blipFill>
        <p:spPr>
          <a:xfrm>
            <a:off x="8844546" y="50582"/>
            <a:ext cx="1307037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71816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72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0CE72F6-1D9D-E61E-F1EE-2861FDF76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432" y="2459736"/>
            <a:ext cx="2843784" cy="3090672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33672" y="2523744"/>
            <a:ext cx="6693408" cy="3273552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94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07008" y="2523744"/>
            <a:ext cx="9720072" cy="325526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480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A51A8B-A15C-2A94-1E48-F9615101DF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991" t="11245" r="3785" b="1531"/>
          <a:stretch/>
        </p:blipFill>
        <p:spPr>
          <a:xfrm>
            <a:off x="0" y="2917"/>
            <a:ext cx="12197192" cy="68550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600200"/>
            <a:ext cx="10991088" cy="3657600"/>
          </a:xfrm>
        </p:spPr>
        <p:txBody>
          <a:bodyPr anchor="ctr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99492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4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5697808D-10E0-D8A5-5D07-E176EBB8F2BB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0234D012-F86E-04CE-78C8-2C5A6613028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1004" r="-148"/>
          <a:stretch/>
        </p:blipFill>
        <p:spPr>
          <a:xfrm rot="5400000">
            <a:off x="6378170" y="40082"/>
            <a:ext cx="1579705" cy="1600089"/>
          </a:xfrm>
          <a:prstGeom prst="rect">
            <a:avLst/>
          </a:prstGeom>
        </p:spPr>
      </p:pic>
      <p:pic>
        <p:nvPicPr>
          <p:cNvPr id="15" name="Picture 7">
            <a:extLst>
              <a:ext uri="{FF2B5EF4-FFF2-40B4-BE49-F238E27FC236}">
                <a16:creationId xmlns:a16="http://schemas.microsoft.com/office/drawing/2014/main" id="{0BC42061-F838-920E-632E-10EDE7E5539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6239" r="25335" b="-1"/>
          <a:stretch/>
        </p:blipFill>
        <p:spPr>
          <a:xfrm rot="16200000">
            <a:off x="6298833" y="-161472"/>
            <a:ext cx="752715" cy="107565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8BEE67F-530E-E41D-FD19-2615180DC3F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931"/>
          <a:stretch/>
        </p:blipFill>
        <p:spPr>
          <a:xfrm>
            <a:off x="10439102" y="4145165"/>
            <a:ext cx="1780703" cy="216431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2CFCA46-5F5A-867F-B19C-4F9ED5BA15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46794"/>
          <a:stretch/>
        </p:blipFill>
        <p:spPr>
          <a:xfrm rot="10800000">
            <a:off x="-27806" y="2452933"/>
            <a:ext cx="1370742" cy="2632414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1E8F80C-ACB2-552E-4433-1A8A2708F18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" b="-9728"/>
          <a:stretch/>
        </p:blipFill>
        <p:spPr>
          <a:xfrm rot="18286209">
            <a:off x="887827" y="4958926"/>
            <a:ext cx="910220" cy="1020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93608" y="2441447"/>
            <a:ext cx="3063240" cy="3575303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850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ACFCA6-7ECE-9BFB-9389-6DB74C8628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1" r="21"/>
          <a:stretch/>
        </p:blipFill>
        <p:spPr>
          <a:xfrm>
            <a:off x="-5192" y="-1"/>
            <a:ext cx="12197192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6450"/>
            <a:ext cx="9912096" cy="2743200"/>
          </a:xfrm>
        </p:spPr>
        <p:txBody>
          <a:bodyPr anchor="b">
            <a:noAutofit/>
          </a:bodyPr>
          <a:lstStyle>
            <a:lvl1pPr algn="l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304" y="3110546"/>
            <a:ext cx="4114800" cy="2743200"/>
          </a:xfr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0835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63001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5912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71654-96A5-4280-94F3-931C61A9F92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>
          <a:solidFill>
            <a:schemeClr val="accent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E6903-D7EB-687C-E08F-E8E6C3F293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1325880"/>
            <a:ext cx="10460736" cy="1143000"/>
          </a:xfrm>
        </p:spPr>
        <p:txBody>
          <a:bodyPr/>
          <a:lstStyle/>
          <a:p>
            <a:r>
              <a:rPr lang="en-IN" dirty="0"/>
              <a:t>Advance RAG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B56DB-5DE8-4BBE-7667-85FDABD1A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4528" y="2857500"/>
            <a:ext cx="4005072" cy="1143000"/>
          </a:xfrm>
        </p:spPr>
        <p:txBody>
          <a:bodyPr/>
          <a:lstStyle/>
          <a:p>
            <a:r>
              <a:rPr lang="en-IN" dirty="0"/>
              <a:t>Corrective Rag</a:t>
            </a:r>
          </a:p>
          <a:p>
            <a:r>
              <a:rPr lang="en-IN" dirty="0"/>
              <a:t>Self rag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7F49EC-DB21-1F2E-0749-C22B30FA42AC}"/>
              </a:ext>
            </a:extLst>
          </p:cNvPr>
          <p:cNvSpPr txBox="1"/>
          <p:nvPr/>
        </p:nvSpPr>
        <p:spPr>
          <a:xfrm>
            <a:off x="8439912" y="4626864"/>
            <a:ext cx="305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Presented By:    Atul Nandan</a:t>
            </a:r>
          </a:p>
        </p:txBody>
      </p:sp>
    </p:spTree>
    <p:extLst>
      <p:ext uri="{BB962C8B-B14F-4D97-AF65-F5344CB8AC3E}">
        <p14:creationId xmlns:p14="http://schemas.microsoft.com/office/powerpoint/2010/main" val="3994267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850392"/>
            <a:ext cx="3913632" cy="4800600"/>
          </a:xfrm>
          <a:noFill/>
        </p:spPr>
        <p:txBody>
          <a:bodyPr anchor="ctr"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965960"/>
            <a:ext cx="4050792" cy="2953512"/>
          </a:xfrm>
          <a:noFill/>
        </p:spPr>
        <p:txBody>
          <a:bodyPr>
            <a:noAutofit/>
          </a:bodyPr>
          <a:lstStyle/>
          <a:p>
            <a:r>
              <a:rPr lang="en-US" b="1" dirty="0"/>
              <a:t>Recalling rag </a:t>
            </a:r>
          </a:p>
          <a:p>
            <a:r>
              <a:rPr lang="en-US" b="1" dirty="0"/>
              <a:t>What is Corrective Rag  ?</a:t>
            </a:r>
          </a:p>
          <a:p>
            <a:r>
              <a:rPr lang="en-US" b="1" dirty="0"/>
              <a:t>Working of CRAG</a:t>
            </a:r>
          </a:p>
          <a:p>
            <a:r>
              <a:rPr lang="en-US" b="1" dirty="0"/>
              <a:t>What is Self rag ?</a:t>
            </a:r>
          </a:p>
          <a:p>
            <a:r>
              <a:rPr lang="en-US" b="1" dirty="0"/>
              <a:t>Working of self rag </a:t>
            </a:r>
          </a:p>
          <a:p>
            <a:r>
              <a:rPr lang="en-US" dirty="0"/>
              <a:t>	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AA7FF5-11CA-8F71-5951-B1099396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507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DBEF7-0111-DF71-A260-B0DEC769B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 txBox="1">
            <a:spLocks/>
          </p:cNvSpPr>
          <p:nvPr/>
        </p:nvSpPr>
        <p:spPr>
          <a:xfrm>
            <a:off x="4194308" y="190653"/>
            <a:ext cx="4401312" cy="902791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accent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Recalling RAG </a:t>
            </a:r>
          </a:p>
        </p:txBody>
      </p:sp>
    </p:spTree>
    <p:extLst>
      <p:ext uri="{BB962C8B-B14F-4D97-AF65-F5344CB8AC3E}">
        <p14:creationId xmlns:p14="http://schemas.microsoft.com/office/powerpoint/2010/main" val="567787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92636-8FA9-B120-FC6B-1FD54C16A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6BCB9-7BA6-3EAE-1E88-1815A0102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6E52696-2440-57EE-F986-59699A692219}"/>
              </a:ext>
            </a:extLst>
          </p:cNvPr>
          <p:cNvSpPr txBox="1">
            <a:spLocks/>
          </p:cNvSpPr>
          <p:nvPr/>
        </p:nvSpPr>
        <p:spPr>
          <a:xfrm>
            <a:off x="4194308" y="190653"/>
            <a:ext cx="4401312" cy="902791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accent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Recalling RAG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C47BA3-1A54-7D13-90FC-3380F7A574C1}"/>
              </a:ext>
            </a:extLst>
          </p:cNvPr>
          <p:cNvSpPr/>
          <p:nvPr/>
        </p:nvSpPr>
        <p:spPr>
          <a:xfrm>
            <a:off x="4938759" y="1552715"/>
            <a:ext cx="1456205" cy="514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Store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08AA3EF-5FE8-7943-A59E-8FF3EB858E5D}"/>
              </a:ext>
            </a:extLst>
          </p:cNvPr>
          <p:cNvCxnSpPr>
            <a:cxnSpLocks/>
          </p:cNvCxnSpPr>
          <p:nvPr/>
        </p:nvCxnSpPr>
        <p:spPr>
          <a:xfrm>
            <a:off x="3836895" y="1810167"/>
            <a:ext cx="9942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6E7C8EB-3DB4-3BDE-BAD0-42AB4CBB8DB8}"/>
              </a:ext>
            </a:extLst>
          </p:cNvPr>
          <p:cNvSpPr/>
          <p:nvPr/>
        </p:nvSpPr>
        <p:spPr>
          <a:xfrm>
            <a:off x="3002280" y="1552716"/>
            <a:ext cx="1361222" cy="514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Splitting &amp; Embedding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2358FAE-3F8D-84B4-D2AD-0F4376BFBA18}"/>
              </a:ext>
            </a:extLst>
          </p:cNvPr>
          <p:cNvCxnSpPr>
            <a:cxnSpLocks/>
          </p:cNvCxnSpPr>
          <p:nvPr/>
        </p:nvCxnSpPr>
        <p:spPr>
          <a:xfrm>
            <a:off x="2032128" y="1810168"/>
            <a:ext cx="8905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0A62FF46-960B-E254-A53C-24EA3F8F6F33}"/>
              </a:ext>
            </a:extLst>
          </p:cNvPr>
          <p:cNvSpPr/>
          <p:nvPr/>
        </p:nvSpPr>
        <p:spPr>
          <a:xfrm>
            <a:off x="1064275" y="1552716"/>
            <a:ext cx="1331765" cy="514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Loading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B75B7B2-66D5-373E-B294-B45BC42092BB}"/>
              </a:ext>
            </a:extLst>
          </p:cNvPr>
          <p:cNvCxnSpPr>
            <a:cxnSpLocks/>
          </p:cNvCxnSpPr>
          <p:nvPr/>
        </p:nvCxnSpPr>
        <p:spPr>
          <a:xfrm>
            <a:off x="5844801" y="1828584"/>
            <a:ext cx="9942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5253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1149F-585C-C690-5516-62472C51B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465C4-0442-1A56-020B-232EFE488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1A0AF44-7807-FD51-78F4-57A6577E58F5}"/>
              </a:ext>
            </a:extLst>
          </p:cNvPr>
          <p:cNvSpPr txBox="1">
            <a:spLocks/>
          </p:cNvSpPr>
          <p:nvPr/>
        </p:nvSpPr>
        <p:spPr>
          <a:xfrm>
            <a:off x="4079749" y="201110"/>
            <a:ext cx="4401312" cy="902791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accent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Recalling RAG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C4FC6B-9833-91BA-2EB1-472B0C994330}"/>
              </a:ext>
            </a:extLst>
          </p:cNvPr>
          <p:cNvSpPr/>
          <p:nvPr/>
        </p:nvSpPr>
        <p:spPr>
          <a:xfrm>
            <a:off x="4938759" y="1552715"/>
            <a:ext cx="1456205" cy="514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Store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B13A45-CC5E-0455-6E67-EC60B2D3E6BB}"/>
              </a:ext>
            </a:extLst>
          </p:cNvPr>
          <p:cNvCxnSpPr>
            <a:cxnSpLocks/>
          </p:cNvCxnSpPr>
          <p:nvPr/>
        </p:nvCxnSpPr>
        <p:spPr>
          <a:xfrm>
            <a:off x="3836895" y="1810167"/>
            <a:ext cx="9942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4CA8228-FA7D-8172-AA62-8DCFA7DB5BB2}"/>
              </a:ext>
            </a:extLst>
          </p:cNvPr>
          <p:cNvSpPr/>
          <p:nvPr/>
        </p:nvSpPr>
        <p:spPr>
          <a:xfrm>
            <a:off x="3002280" y="1552716"/>
            <a:ext cx="1361222" cy="514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Splitting &amp; Embedding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2A08527-9F62-2A9D-82F2-2E9756342CDC}"/>
              </a:ext>
            </a:extLst>
          </p:cNvPr>
          <p:cNvCxnSpPr>
            <a:cxnSpLocks/>
          </p:cNvCxnSpPr>
          <p:nvPr/>
        </p:nvCxnSpPr>
        <p:spPr>
          <a:xfrm>
            <a:off x="2032128" y="1810168"/>
            <a:ext cx="8905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AFCCBE6B-EBF4-B7B7-B887-05596D136501}"/>
              </a:ext>
            </a:extLst>
          </p:cNvPr>
          <p:cNvSpPr/>
          <p:nvPr/>
        </p:nvSpPr>
        <p:spPr>
          <a:xfrm>
            <a:off x="1064275" y="1552716"/>
            <a:ext cx="1331765" cy="514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Loading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039C713-9C05-A41E-D19B-9739E177B179}"/>
              </a:ext>
            </a:extLst>
          </p:cNvPr>
          <p:cNvCxnSpPr>
            <a:cxnSpLocks/>
          </p:cNvCxnSpPr>
          <p:nvPr/>
        </p:nvCxnSpPr>
        <p:spPr>
          <a:xfrm>
            <a:off x="5844801" y="1828584"/>
            <a:ext cx="9942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1B60186-FAD4-473C-09D9-E701AC420ABE}"/>
              </a:ext>
            </a:extLst>
          </p:cNvPr>
          <p:cNvSpPr/>
          <p:nvPr/>
        </p:nvSpPr>
        <p:spPr>
          <a:xfrm>
            <a:off x="3095737" y="2705377"/>
            <a:ext cx="1331765" cy="4505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Take Query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4D1F1EB-7A00-3FDC-B8F7-F47B8CCBEBA1}"/>
              </a:ext>
            </a:extLst>
          </p:cNvPr>
          <p:cNvCxnSpPr>
            <a:cxnSpLocks/>
          </p:cNvCxnSpPr>
          <p:nvPr/>
        </p:nvCxnSpPr>
        <p:spPr>
          <a:xfrm>
            <a:off x="4427502" y="2948938"/>
            <a:ext cx="3965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AAA3271A-B298-CC1D-4B2F-992B2D36C1D1}"/>
              </a:ext>
            </a:extLst>
          </p:cNvPr>
          <p:cNvSpPr/>
          <p:nvPr/>
        </p:nvSpPr>
        <p:spPr>
          <a:xfrm>
            <a:off x="5063199" y="2701004"/>
            <a:ext cx="1331765" cy="4505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Embedding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447C635-1573-6DA7-29C7-F9823AF98484}"/>
              </a:ext>
            </a:extLst>
          </p:cNvPr>
          <p:cNvCxnSpPr>
            <a:cxnSpLocks/>
          </p:cNvCxnSpPr>
          <p:nvPr/>
        </p:nvCxnSpPr>
        <p:spPr>
          <a:xfrm>
            <a:off x="6394964" y="2948938"/>
            <a:ext cx="3965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596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F8C38-1A84-982D-1DCB-266F05386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034CE-59AB-EA13-8FDC-98ED1F619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D70EAE1-8E87-F008-2ABA-9DCAD553C896}"/>
              </a:ext>
            </a:extLst>
          </p:cNvPr>
          <p:cNvSpPr txBox="1">
            <a:spLocks/>
          </p:cNvSpPr>
          <p:nvPr/>
        </p:nvSpPr>
        <p:spPr>
          <a:xfrm>
            <a:off x="4079749" y="201110"/>
            <a:ext cx="4401312" cy="902791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accent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Recalling RAG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220BE4-950F-A24D-D1FF-C994B3FC0EB8}"/>
              </a:ext>
            </a:extLst>
          </p:cNvPr>
          <p:cNvSpPr/>
          <p:nvPr/>
        </p:nvSpPr>
        <p:spPr>
          <a:xfrm>
            <a:off x="4938759" y="1552715"/>
            <a:ext cx="1456205" cy="514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Store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60EEE98-AE1E-33BE-BD48-A2CBDFA3A1C4}"/>
              </a:ext>
            </a:extLst>
          </p:cNvPr>
          <p:cNvCxnSpPr>
            <a:cxnSpLocks/>
          </p:cNvCxnSpPr>
          <p:nvPr/>
        </p:nvCxnSpPr>
        <p:spPr>
          <a:xfrm>
            <a:off x="3836895" y="1810167"/>
            <a:ext cx="9942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0B5F5E47-E3AA-DDE9-0557-661B23646FE0}"/>
              </a:ext>
            </a:extLst>
          </p:cNvPr>
          <p:cNvSpPr/>
          <p:nvPr/>
        </p:nvSpPr>
        <p:spPr>
          <a:xfrm>
            <a:off x="3002280" y="1552716"/>
            <a:ext cx="1361222" cy="514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Splitting &amp; Embedding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6AEDF30-ED01-EE91-5835-F0B7A08D7509}"/>
              </a:ext>
            </a:extLst>
          </p:cNvPr>
          <p:cNvCxnSpPr>
            <a:cxnSpLocks/>
          </p:cNvCxnSpPr>
          <p:nvPr/>
        </p:nvCxnSpPr>
        <p:spPr>
          <a:xfrm>
            <a:off x="2032128" y="1810168"/>
            <a:ext cx="8905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AA547BA3-57C1-9292-8D03-8CDDAC3CD2F8}"/>
              </a:ext>
            </a:extLst>
          </p:cNvPr>
          <p:cNvSpPr/>
          <p:nvPr/>
        </p:nvSpPr>
        <p:spPr>
          <a:xfrm>
            <a:off x="1064275" y="1552716"/>
            <a:ext cx="1331765" cy="514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Loading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20D0D0F-C1E9-4408-5CA7-FDAF4787B4B9}"/>
              </a:ext>
            </a:extLst>
          </p:cNvPr>
          <p:cNvCxnSpPr>
            <a:cxnSpLocks/>
          </p:cNvCxnSpPr>
          <p:nvPr/>
        </p:nvCxnSpPr>
        <p:spPr>
          <a:xfrm>
            <a:off x="5844801" y="1828584"/>
            <a:ext cx="9942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EDB9151-B0FB-EB59-7A25-B185C723CAD5}"/>
              </a:ext>
            </a:extLst>
          </p:cNvPr>
          <p:cNvSpPr/>
          <p:nvPr/>
        </p:nvSpPr>
        <p:spPr>
          <a:xfrm>
            <a:off x="3095737" y="2705377"/>
            <a:ext cx="1331765" cy="4505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Take Query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1F707-BADD-3C2D-68CC-240C66208CC6}"/>
              </a:ext>
            </a:extLst>
          </p:cNvPr>
          <p:cNvSpPr/>
          <p:nvPr/>
        </p:nvSpPr>
        <p:spPr>
          <a:xfrm>
            <a:off x="6970221" y="1510530"/>
            <a:ext cx="1783895" cy="16410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Cosine Similarity </a:t>
            </a:r>
          </a:p>
          <a:p>
            <a:pPr algn="ctr"/>
            <a:r>
              <a:rPr lang="en-IN" dirty="0"/>
              <a:t>for </a:t>
            </a:r>
          </a:p>
          <a:p>
            <a:pPr algn="ctr"/>
            <a:r>
              <a:rPr lang="en-IN" dirty="0"/>
              <a:t>top-k docs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D8DD209-CC04-18D9-6661-5AD6EE99E1F1}"/>
              </a:ext>
            </a:extLst>
          </p:cNvPr>
          <p:cNvCxnSpPr>
            <a:cxnSpLocks/>
          </p:cNvCxnSpPr>
          <p:nvPr/>
        </p:nvCxnSpPr>
        <p:spPr>
          <a:xfrm>
            <a:off x="4427502" y="2948938"/>
            <a:ext cx="3965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7B7BF66-2097-5B77-BE8E-E3C1B11D9910}"/>
              </a:ext>
            </a:extLst>
          </p:cNvPr>
          <p:cNvSpPr/>
          <p:nvPr/>
        </p:nvSpPr>
        <p:spPr>
          <a:xfrm>
            <a:off x="5063199" y="2701004"/>
            <a:ext cx="1331765" cy="4505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Embedding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49159D7-DA51-741C-69F7-D32B5EBEDA10}"/>
              </a:ext>
            </a:extLst>
          </p:cNvPr>
          <p:cNvCxnSpPr>
            <a:cxnSpLocks/>
          </p:cNvCxnSpPr>
          <p:nvPr/>
        </p:nvCxnSpPr>
        <p:spPr>
          <a:xfrm>
            <a:off x="6394964" y="2948938"/>
            <a:ext cx="3965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DF35DB5-EFEF-E86C-EE79-9F63B9DFE5A7}"/>
              </a:ext>
            </a:extLst>
          </p:cNvPr>
          <p:cNvCxnSpPr>
            <a:cxnSpLocks/>
          </p:cNvCxnSpPr>
          <p:nvPr/>
        </p:nvCxnSpPr>
        <p:spPr>
          <a:xfrm>
            <a:off x="8754116" y="2331039"/>
            <a:ext cx="3965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62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A462C-FD0D-4AB9-2E08-D81B6CA11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BCB68-B2CE-B474-627A-3A3030DF9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08326C-42BC-38CB-2C9B-3D57F0019EBA}"/>
              </a:ext>
            </a:extLst>
          </p:cNvPr>
          <p:cNvSpPr txBox="1">
            <a:spLocks/>
          </p:cNvSpPr>
          <p:nvPr/>
        </p:nvSpPr>
        <p:spPr>
          <a:xfrm>
            <a:off x="4079749" y="201110"/>
            <a:ext cx="4401312" cy="902791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accent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Recalling RAG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B62231-4A8A-AF6D-E551-7E3E203D8EA7}"/>
              </a:ext>
            </a:extLst>
          </p:cNvPr>
          <p:cNvSpPr/>
          <p:nvPr/>
        </p:nvSpPr>
        <p:spPr>
          <a:xfrm>
            <a:off x="4938759" y="1552715"/>
            <a:ext cx="1456205" cy="514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Store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A29F55D-1555-F05C-A19E-9DF00312F190}"/>
              </a:ext>
            </a:extLst>
          </p:cNvPr>
          <p:cNvCxnSpPr>
            <a:cxnSpLocks/>
          </p:cNvCxnSpPr>
          <p:nvPr/>
        </p:nvCxnSpPr>
        <p:spPr>
          <a:xfrm>
            <a:off x="3836895" y="1810167"/>
            <a:ext cx="9942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13644C5-EDC9-EB03-7A42-B872689FCFF4}"/>
              </a:ext>
            </a:extLst>
          </p:cNvPr>
          <p:cNvSpPr/>
          <p:nvPr/>
        </p:nvSpPr>
        <p:spPr>
          <a:xfrm>
            <a:off x="3002280" y="1552716"/>
            <a:ext cx="1361222" cy="514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Splitting &amp; Embedding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26A40B7-24CF-5C89-FED5-A772DD6B7A28}"/>
              </a:ext>
            </a:extLst>
          </p:cNvPr>
          <p:cNvCxnSpPr>
            <a:cxnSpLocks/>
          </p:cNvCxnSpPr>
          <p:nvPr/>
        </p:nvCxnSpPr>
        <p:spPr>
          <a:xfrm>
            <a:off x="2032128" y="1810168"/>
            <a:ext cx="8905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AA9CF58-D7EF-414A-D2BF-854F9956366C}"/>
              </a:ext>
            </a:extLst>
          </p:cNvPr>
          <p:cNvSpPr/>
          <p:nvPr/>
        </p:nvSpPr>
        <p:spPr>
          <a:xfrm>
            <a:off x="1064275" y="1552716"/>
            <a:ext cx="1331765" cy="514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Loading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7FECB6-A826-1828-AAC7-CE2C0123FE36}"/>
              </a:ext>
            </a:extLst>
          </p:cNvPr>
          <p:cNvSpPr/>
          <p:nvPr/>
        </p:nvSpPr>
        <p:spPr>
          <a:xfrm>
            <a:off x="9327327" y="1808367"/>
            <a:ext cx="1548249" cy="8167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Give to LLM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A9F2B7A-2475-915D-A55B-5FF5ABD4744F}"/>
              </a:ext>
            </a:extLst>
          </p:cNvPr>
          <p:cNvCxnSpPr>
            <a:cxnSpLocks/>
          </p:cNvCxnSpPr>
          <p:nvPr/>
        </p:nvCxnSpPr>
        <p:spPr>
          <a:xfrm>
            <a:off x="5844801" y="1828584"/>
            <a:ext cx="9942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26FC849-3131-A078-08EA-282525319D73}"/>
              </a:ext>
            </a:extLst>
          </p:cNvPr>
          <p:cNvSpPr/>
          <p:nvPr/>
        </p:nvSpPr>
        <p:spPr>
          <a:xfrm>
            <a:off x="3095737" y="2705377"/>
            <a:ext cx="1331765" cy="4505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Take Query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5933A5-D4DE-D243-CC74-F3A9D53DA902}"/>
              </a:ext>
            </a:extLst>
          </p:cNvPr>
          <p:cNvSpPr/>
          <p:nvPr/>
        </p:nvSpPr>
        <p:spPr>
          <a:xfrm>
            <a:off x="6970221" y="1510530"/>
            <a:ext cx="1783895" cy="16410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Cosine Similarity </a:t>
            </a:r>
          </a:p>
          <a:p>
            <a:pPr algn="ctr"/>
            <a:r>
              <a:rPr lang="en-IN" dirty="0"/>
              <a:t>for </a:t>
            </a:r>
          </a:p>
          <a:p>
            <a:pPr algn="ctr"/>
            <a:r>
              <a:rPr lang="en-IN" dirty="0"/>
              <a:t>top-k docs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E6A2AE-EE76-3FA7-CF40-C35A6E270DBA}"/>
              </a:ext>
            </a:extLst>
          </p:cNvPr>
          <p:cNvCxnSpPr>
            <a:cxnSpLocks/>
          </p:cNvCxnSpPr>
          <p:nvPr/>
        </p:nvCxnSpPr>
        <p:spPr>
          <a:xfrm>
            <a:off x="4427502" y="2948938"/>
            <a:ext cx="3965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62AB8B2-AE59-253C-E4BE-DC06C1B5A168}"/>
              </a:ext>
            </a:extLst>
          </p:cNvPr>
          <p:cNvSpPr/>
          <p:nvPr/>
        </p:nvSpPr>
        <p:spPr>
          <a:xfrm>
            <a:off x="5063199" y="2701004"/>
            <a:ext cx="1331765" cy="4505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Embedding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B43C517-5CAE-CF34-8E9A-8CC0A3B84A9A}"/>
              </a:ext>
            </a:extLst>
          </p:cNvPr>
          <p:cNvCxnSpPr>
            <a:cxnSpLocks/>
          </p:cNvCxnSpPr>
          <p:nvPr/>
        </p:nvCxnSpPr>
        <p:spPr>
          <a:xfrm>
            <a:off x="6394964" y="2948938"/>
            <a:ext cx="3965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92F29CE-79D8-9E42-C0DC-3F5855F6424C}"/>
              </a:ext>
            </a:extLst>
          </p:cNvPr>
          <p:cNvCxnSpPr>
            <a:cxnSpLocks/>
          </p:cNvCxnSpPr>
          <p:nvPr/>
        </p:nvCxnSpPr>
        <p:spPr>
          <a:xfrm>
            <a:off x="8754116" y="2331039"/>
            <a:ext cx="3965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5326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566B4-549C-F002-6493-892238EC7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0F21B-5187-BB47-BC81-8D6A10B7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61E688D-4230-6799-D748-E25C681DA0D5}"/>
              </a:ext>
            </a:extLst>
          </p:cNvPr>
          <p:cNvSpPr txBox="1">
            <a:spLocks/>
          </p:cNvSpPr>
          <p:nvPr/>
        </p:nvSpPr>
        <p:spPr>
          <a:xfrm>
            <a:off x="4079749" y="201110"/>
            <a:ext cx="4401312" cy="902791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accent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Recalling RAG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0F3BD6-B24D-C0BE-7CF7-EC4BA3D46CC0}"/>
              </a:ext>
            </a:extLst>
          </p:cNvPr>
          <p:cNvSpPr/>
          <p:nvPr/>
        </p:nvSpPr>
        <p:spPr>
          <a:xfrm>
            <a:off x="4938759" y="1552715"/>
            <a:ext cx="1456205" cy="514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Store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2F9D7C4-58C2-570C-1282-5E5C0A4E1DC4}"/>
              </a:ext>
            </a:extLst>
          </p:cNvPr>
          <p:cNvCxnSpPr>
            <a:cxnSpLocks/>
          </p:cNvCxnSpPr>
          <p:nvPr/>
        </p:nvCxnSpPr>
        <p:spPr>
          <a:xfrm>
            <a:off x="3836895" y="1810167"/>
            <a:ext cx="9942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6379E7E-D343-F485-4FFC-8BF91FA7464C}"/>
              </a:ext>
            </a:extLst>
          </p:cNvPr>
          <p:cNvSpPr/>
          <p:nvPr/>
        </p:nvSpPr>
        <p:spPr>
          <a:xfrm>
            <a:off x="3002280" y="1552716"/>
            <a:ext cx="1361222" cy="514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Splitting &amp; Embedding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4EF1288-B0A9-257A-8145-8CA496E66765}"/>
              </a:ext>
            </a:extLst>
          </p:cNvPr>
          <p:cNvCxnSpPr>
            <a:cxnSpLocks/>
          </p:cNvCxnSpPr>
          <p:nvPr/>
        </p:nvCxnSpPr>
        <p:spPr>
          <a:xfrm>
            <a:off x="2032128" y="1810168"/>
            <a:ext cx="8905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3E25C12-020A-A100-275E-91C6344FB638}"/>
              </a:ext>
            </a:extLst>
          </p:cNvPr>
          <p:cNvSpPr/>
          <p:nvPr/>
        </p:nvSpPr>
        <p:spPr>
          <a:xfrm>
            <a:off x="1064275" y="1552716"/>
            <a:ext cx="1331765" cy="514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Loading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F00977-FFF2-329D-8BED-D7BD06EB20F4}"/>
              </a:ext>
            </a:extLst>
          </p:cNvPr>
          <p:cNvCxnSpPr>
            <a:cxnSpLocks/>
          </p:cNvCxnSpPr>
          <p:nvPr/>
        </p:nvCxnSpPr>
        <p:spPr>
          <a:xfrm>
            <a:off x="10085657" y="2625566"/>
            <a:ext cx="0" cy="601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F5227CA-2834-19A0-120B-BF346B722732}"/>
              </a:ext>
            </a:extLst>
          </p:cNvPr>
          <p:cNvSpPr/>
          <p:nvPr/>
        </p:nvSpPr>
        <p:spPr>
          <a:xfrm>
            <a:off x="9327327" y="1808367"/>
            <a:ext cx="1548249" cy="8167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Give to LLM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4BE482A-7643-CEC0-F2CF-1B935E064B43}"/>
              </a:ext>
            </a:extLst>
          </p:cNvPr>
          <p:cNvCxnSpPr>
            <a:cxnSpLocks/>
          </p:cNvCxnSpPr>
          <p:nvPr/>
        </p:nvCxnSpPr>
        <p:spPr>
          <a:xfrm>
            <a:off x="5844801" y="1828584"/>
            <a:ext cx="9942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3918667-5AF8-F24A-EA69-61AC6299166A}"/>
              </a:ext>
            </a:extLst>
          </p:cNvPr>
          <p:cNvSpPr/>
          <p:nvPr/>
        </p:nvSpPr>
        <p:spPr>
          <a:xfrm>
            <a:off x="9327327" y="3328595"/>
            <a:ext cx="1548249" cy="8167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LLM generates Answer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55B812-886B-1E27-9F62-6A11579A408F}"/>
              </a:ext>
            </a:extLst>
          </p:cNvPr>
          <p:cNvSpPr/>
          <p:nvPr/>
        </p:nvSpPr>
        <p:spPr>
          <a:xfrm>
            <a:off x="3095737" y="2705377"/>
            <a:ext cx="1331765" cy="4505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Take Query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B71D7B-981B-A4E1-DBC9-DF74FD57B611}"/>
              </a:ext>
            </a:extLst>
          </p:cNvPr>
          <p:cNvSpPr/>
          <p:nvPr/>
        </p:nvSpPr>
        <p:spPr>
          <a:xfrm>
            <a:off x="6970221" y="1510530"/>
            <a:ext cx="1783895" cy="16410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Cosine Similarity </a:t>
            </a:r>
          </a:p>
          <a:p>
            <a:pPr algn="ctr"/>
            <a:r>
              <a:rPr lang="en-IN" dirty="0"/>
              <a:t>for </a:t>
            </a:r>
          </a:p>
          <a:p>
            <a:pPr algn="ctr"/>
            <a:r>
              <a:rPr lang="en-IN" dirty="0"/>
              <a:t>top-k docs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555CD57-86B1-2615-238C-AE78E561B034}"/>
              </a:ext>
            </a:extLst>
          </p:cNvPr>
          <p:cNvCxnSpPr>
            <a:cxnSpLocks/>
          </p:cNvCxnSpPr>
          <p:nvPr/>
        </p:nvCxnSpPr>
        <p:spPr>
          <a:xfrm>
            <a:off x="4427502" y="2948938"/>
            <a:ext cx="3965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3C8F488-C0AF-4291-E0E8-DDF2EB362F39}"/>
              </a:ext>
            </a:extLst>
          </p:cNvPr>
          <p:cNvSpPr/>
          <p:nvPr/>
        </p:nvSpPr>
        <p:spPr>
          <a:xfrm>
            <a:off x="5063199" y="2701004"/>
            <a:ext cx="1331765" cy="4505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Embedding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8B5B468-47A7-3474-BA19-0C0E9AA0BC35}"/>
              </a:ext>
            </a:extLst>
          </p:cNvPr>
          <p:cNvCxnSpPr>
            <a:cxnSpLocks/>
          </p:cNvCxnSpPr>
          <p:nvPr/>
        </p:nvCxnSpPr>
        <p:spPr>
          <a:xfrm>
            <a:off x="6394964" y="2948938"/>
            <a:ext cx="3965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79EA9C0-3E85-8247-9B1B-E88D4101B4B0}"/>
              </a:ext>
            </a:extLst>
          </p:cNvPr>
          <p:cNvCxnSpPr>
            <a:cxnSpLocks/>
          </p:cNvCxnSpPr>
          <p:nvPr/>
        </p:nvCxnSpPr>
        <p:spPr>
          <a:xfrm>
            <a:off x="8754116" y="2331039"/>
            <a:ext cx="3965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BF8F6410-D260-FF01-2A41-DFE4DED7D1B6}"/>
              </a:ext>
            </a:extLst>
          </p:cNvPr>
          <p:cNvSpPr/>
          <p:nvPr/>
        </p:nvSpPr>
        <p:spPr>
          <a:xfrm>
            <a:off x="8886975" y="2989301"/>
            <a:ext cx="2428952" cy="1527339"/>
          </a:xfrm>
          <a:prstGeom prst="ellipse">
            <a:avLst/>
          </a:prstGeom>
          <a:noFill/>
          <a:ln w="9525" cap="flat" cmpd="sng" algn="ctr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566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AA624-9A27-4C08-E32E-5301A3D37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C8F3D-EC61-21FC-6E5F-260AAA69E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C8FA58-0AAD-FBD6-33BD-93E34E166C2F}"/>
              </a:ext>
            </a:extLst>
          </p:cNvPr>
          <p:cNvSpPr txBox="1">
            <a:spLocks/>
          </p:cNvSpPr>
          <p:nvPr/>
        </p:nvSpPr>
        <p:spPr>
          <a:xfrm>
            <a:off x="4079749" y="201110"/>
            <a:ext cx="4401312" cy="902791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accent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Recalling RAG 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1906F70-9E1E-A269-0F53-E3A33954D4EF}"/>
              </a:ext>
            </a:extLst>
          </p:cNvPr>
          <p:cNvSpPr txBox="1">
            <a:spLocks/>
          </p:cNvSpPr>
          <p:nvPr/>
        </p:nvSpPr>
        <p:spPr>
          <a:xfrm>
            <a:off x="2477387" y="4271902"/>
            <a:ext cx="8110728" cy="1378968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accent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/>
              <a:t>RAG is an AI method where a language model:</a:t>
            </a:r>
          </a:p>
          <a:p>
            <a:r>
              <a:rPr lang="en-IN" sz="1600" b="1" dirty="0"/>
              <a:t>Retrieves information</a:t>
            </a:r>
            <a:r>
              <a:rPr lang="en-IN" sz="1600" dirty="0"/>
              <a:t> from external sources (documents, databases, web, PDFs, etc.) </a:t>
            </a:r>
          </a:p>
          <a:p>
            <a:r>
              <a:rPr lang="en-IN" sz="1600" b="1" dirty="0"/>
              <a:t>Generates an answer</a:t>
            </a:r>
            <a:r>
              <a:rPr lang="en-IN" sz="1600" dirty="0"/>
              <a:t> using that retrieved information.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EEC84C-4315-9B2D-3CB5-F73DE8BBFB34}"/>
              </a:ext>
            </a:extLst>
          </p:cNvPr>
          <p:cNvSpPr/>
          <p:nvPr/>
        </p:nvSpPr>
        <p:spPr>
          <a:xfrm>
            <a:off x="4938759" y="1552715"/>
            <a:ext cx="1456205" cy="514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Store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21941C2-0913-FC0A-CF33-85CB50165297}"/>
              </a:ext>
            </a:extLst>
          </p:cNvPr>
          <p:cNvCxnSpPr>
            <a:cxnSpLocks/>
          </p:cNvCxnSpPr>
          <p:nvPr/>
        </p:nvCxnSpPr>
        <p:spPr>
          <a:xfrm>
            <a:off x="3836895" y="1810167"/>
            <a:ext cx="9942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E13BA54-F63D-F04D-1D73-8907BA93D772}"/>
              </a:ext>
            </a:extLst>
          </p:cNvPr>
          <p:cNvSpPr/>
          <p:nvPr/>
        </p:nvSpPr>
        <p:spPr>
          <a:xfrm>
            <a:off x="3002280" y="1552716"/>
            <a:ext cx="1361222" cy="514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Splitting &amp; Embedding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6C54BB4-2682-5231-4612-05AA75E93EC4}"/>
              </a:ext>
            </a:extLst>
          </p:cNvPr>
          <p:cNvCxnSpPr>
            <a:cxnSpLocks/>
          </p:cNvCxnSpPr>
          <p:nvPr/>
        </p:nvCxnSpPr>
        <p:spPr>
          <a:xfrm>
            <a:off x="2032128" y="1810168"/>
            <a:ext cx="8905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A40FAC07-15CC-2F5F-08B5-DA8335FA994D}"/>
              </a:ext>
            </a:extLst>
          </p:cNvPr>
          <p:cNvSpPr/>
          <p:nvPr/>
        </p:nvSpPr>
        <p:spPr>
          <a:xfrm>
            <a:off x="1064275" y="1552716"/>
            <a:ext cx="1331765" cy="514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Loading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AB44A80-D956-AC4E-EBD4-C7AD54A340F2}"/>
              </a:ext>
            </a:extLst>
          </p:cNvPr>
          <p:cNvCxnSpPr>
            <a:cxnSpLocks/>
          </p:cNvCxnSpPr>
          <p:nvPr/>
        </p:nvCxnSpPr>
        <p:spPr>
          <a:xfrm>
            <a:off x="10085657" y="2625566"/>
            <a:ext cx="0" cy="601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4A5B663-071D-6F32-9A52-8D9C9B2FB8BB}"/>
              </a:ext>
            </a:extLst>
          </p:cNvPr>
          <p:cNvSpPr/>
          <p:nvPr/>
        </p:nvSpPr>
        <p:spPr>
          <a:xfrm>
            <a:off x="9327327" y="1808367"/>
            <a:ext cx="1548249" cy="8167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Give to LLM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C46E295-04D2-BDA3-25FA-01006F9DE7E3}"/>
              </a:ext>
            </a:extLst>
          </p:cNvPr>
          <p:cNvCxnSpPr>
            <a:cxnSpLocks/>
          </p:cNvCxnSpPr>
          <p:nvPr/>
        </p:nvCxnSpPr>
        <p:spPr>
          <a:xfrm>
            <a:off x="5844801" y="1828584"/>
            <a:ext cx="9942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4F982CE-47FD-EA8F-237E-87B71C04B174}"/>
              </a:ext>
            </a:extLst>
          </p:cNvPr>
          <p:cNvSpPr/>
          <p:nvPr/>
        </p:nvSpPr>
        <p:spPr>
          <a:xfrm>
            <a:off x="9327327" y="3328595"/>
            <a:ext cx="1548249" cy="8167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LLM generates Answer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A874BD-3998-D7F4-E441-D106D17CE23C}"/>
              </a:ext>
            </a:extLst>
          </p:cNvPr>
          <p:cNvSpPr/>
          <p:nvPr/>
        </p:nvSpPr>
        <p:spPr>
          <a:xfrm>
            <a:off x="3095737" y="2705377"/>
            <a:ext cx="1331765" cy="4505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Take Query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EFD087-1EE0-C117-3CE6-AF328B493850}"/>
              </a:ext>
            </a:extLst>
          </p:cNvPr>
          <p:cNvSpPr/>
          <p:nvPr/>
        </p:nvSpPr>
        <p:spPr>
          <a:xfrm>
            <a:off x="6970221" y="1510530"/>
            <a:ext cx="1783895" cy="16410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Cosine Similarity </a:t>
            </a:r>
          </a:p>
          <a:p>
            <a:pPr algn="ctr"/>
            <a:r>
              <a:rPr lang="en-IN" dirty="0"/>
              <a:t>for </a:t>
            </a:r>
          </a:p>
          <a:p>
            <a:pPr algn="ctr"/>
            <a:r>
              <a:rPr lang="en-IN" dirty="0"/>
              <a:t>top-k docs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D2BFBEB-D764-D08F-4F40-27CCAAFBB4D5}"/>
              </a:ext>
            </a:extLst>
          </p:cNvPr>
          <p:cNvCxnSpPr>
            <a:cxnSpLocks/>
          </p:cNvCxnSpPr>
          <p:nvPr/>
        </p:nvCxnSpPr>
        <p:spPr>
          <a:xfrm>
            <a:off x="4427502" y="2948938"/>
            <a:ext cx="3965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B0DC752-3471-7CB6-A504-3E9F2C0A5AA9}"/>
              </a:ext>
            </a:extLst>
          </p:cNvPr>
          <p:cNvSpPr/>
          <p:nvPr/>
        </p:nvSpPr>
        <p:spPr>
          <a:xfrm>
            <a:off x="5063199" y="2701004"/>
            <a:ext cx="1331765" cy="4505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Embedding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617E3AD-F18C-B31D-1BEA-813115DA5880}"/>
              </a:ext>
            </a:extLst>
          </p:cNvPr>
          <p:cNvCxnSpPr>
            <a:cxnSpLocks/>
          </p:cNvCxnSpPr>
          <p:nvPr/>
        </p:nvCxnSpPr>
        <p:spPr>
          <a:xfrm>
            <a:off x="6394964" y="2948938"/>
            <a:ext cx="3965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2F87B18-9B55-D95A-0B28-72E0CE602D58}"/>
              </a:ext>
            </a:extLst>
          </p:cNvPr>
          <p:cNvCxnSpPr>
            <a:cxnSpLocks/>
          </p:cNvCxnSpPr>
          <p:nvPr/>
        </p:nvCxnSpPr>
        <p:spPr>
          <a:xfrm>
            <a:off x="8754116" y="2331039"/>
            <a:ext cx="3965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2F28B697-E5A8-57BE-5713-84EBD00498F6}"/>
              </a:ext>
            </a:extLst>
          </p:cNvPr>
          <p:cNvSpPr/>
          <p:nvPr/>
        </p:nvSpPr>
        <p:spPr>
          <a:xfrm>
            <a:off x="8886975" y="2989301"/>
            <a:ext cx="2428952" cy="1527339"/>
          </a:xfrm>
          <a:prstGeom prst="ellipse">
            <a:avLst/>
          </a:prstGeom>
          <a:noFill/>
          <a:ln w="9525" cap="flat" cmpd="sng" algn="ctr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05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83112-62B5-4257-5D0E-97B7C7244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99B01-DD0B-9F19-5198-D5C08275B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the Problem with RAG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42C42-C99B-5092-B325-5489F4597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44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0A74-BF82-0B9F-9886-548AD312F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7605D-70C7-6D09-B742-2BDED59D3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the Problem with RAG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7883F-3147-0082-F828-D0FFBFAC70B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IN" dirty="0"/>
              <a:t>Normal RAG problems:</a:t>
            </a:r>
          </a:p>
          <a:p>
            <a:r>
              <a:rPr lang="en-IN" dirty="0"/>
              <a:t>❌ Irrelevant documents retrieved </a:t>
            </a:r>
          </a:p>
          <a:p>
            <a:r>
              <a:rPr lang="en-IN" dirty="0"/>
              <a:t>❌ Hallucinated answers </a:t>
            </a:r>
          </a:p>
          <a:p>
            <a:r>
              <a:rPr lang="en-IN" dirty="0"/>
              <a:t>❌ Outdated or noisy data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76D30-EFE8-65B3-4E15-41FBF7BC2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58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B21D4-C3B7-FA50-5D18-7B2787444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656" y="350884"/>
            <a:ext cx="10277856" cy="738273"/>
          </a:xfrm>
        </p:spPr>
        <p:txBody>
          <a:bodyPr/>
          <a:lstStyle/>
          <a:p>
            <a:r>
              <a:rPr lang="en-IN" dirty="0"/>
              <a:t>What is Corrective RAG ?</a:t>
            </a:r>
          </a:p>
        </p:txBody>
      </p:sp>
    </p:spTree>
    <p:extLst>
      <p:ext uri="{BB962C8B-B14F-4D97-AF65-F5344CB8AC3E}">
        <p14:creationId xmlns:p14="http://schemas.microsoft.com/office/powerpoint/2010/main" val="3295653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9FCB0-6F59-A416-5029-607FB93A9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2053C-D1C3-8878-5B30-92DEBCADC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656" y="350884"/>
            <a:ext cx="10277856" cy="738273"/>
          </a:xfrm>
        </p:spPr>
        <p:txBody>
          <a:bodyPr/>
          <a:lstStyle/>
          <a:p>
            <a:r>
              <a:rPr lang="en-IN" dirty="0"/>
              <a:t>What is Corrective RAG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58DEC-26CE-AD34-815B-8878CA229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257446-FADF-5F95-E080-1C8DD0866861}"/>
              </a:ext>
            </a:extLst>
          </p:cNvPr>
          <p:cNvSpPr/>
          <p:nvPr/>
        </p:nvSpPr>
        <p:spPr>
          <a:xfrm>
            <a:off x="4938759" y="1552715"/>
            <a:ext cx="1456205" cy="514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Store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F910047-2F16-C3F5-ED7E-BEB4B4652521}"/>
              </a:ext>
            </a:extLst>
          </p:cNvPr>
          <p:cNvCxnSpPr>
            <a:cxnSpLocks/>
          </p:cNvCxnSpPr>
          <p:nvPr/>
        </p:nvCxnSpPr>
        <p:spPr>
          <a:xfrm>
            <a:off x="3836895" y="1810167"/>
            <a:ext cx="9942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EC77924-94FE-F0B0-BDEE-78ADF898C5B7}"/>
              </a:ext>
            </a:extLst>
          </p:cNvPr>
          <p:cNvSpPr/>
          <p:nvPr/>
        </p:nvSpPr>
        <p:spPr>
          <a:xfrm>
            <a:off x="3002280" y="1552716"/>
            <a:ext cx="1361222" cy="514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Splitting &amp; Embedding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222BB06-2AF3-C9C9-A9E0-0829C410072D}"/>
              </a:ext>
            </a:extLst>
          </p:cNvPr>
          <p:cNvCxnSpPr>
            <a:cxnSpLocks/>
          </p:cNvCxnSpPr>
          <p:nvPr/>
        </p:nvCxnSpPr>
        <p:spPr>
          <a:xfrm>
            <a:off x="2032128" y="1810168"/>
            <a:ext cx="8905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4E3C2F0-808F-F264-6EE0-4F4CE7D95439}"/>
              </a:ext>
            </a:extLst>
          </p:cNvPr>
          <p:cNvSpPr/>
          <p:nvPr/>
        </p:nvSpPr>
        <p:spPr>
          <a:xfrm>
            <a:off x="1064275" y="1552716"/>
            <a:ext cx="1331765" cy="514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Loading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72A6470-3183-75EF-E1C3-C38706D1F34E}"/>
              </a:ext>
            </a:extLst>
          </p:cNvPr>
          <p:cNvCxnSpPr>
            <a:cxnSpLocks/>
          </p:cNvCxnSpPr>
          <p:nvPr/>
        </p:nvCxnSpPr>
        <p:spPr>
          <a:xfrm>
            <a:off x="10225300" y="4553764"/>
            <a:ext cx="0" cy="601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6AC4BBE-075D-8587-A7CA-0C7E91FFAE33}"/>
              </a:ext>
            </a:extLst>
          </p:cNvPr>
          <p:cNvSpPr/>
          <p:nvPr/>
        </p:nvSpPr>
        <p:spPr>
          <a:xfrm>
            <a:off x="9466970" y="3736565"/>
            <a:ext cx="1548249" cy="8167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Give to LLM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C8A891C-5B9C-D3A9-493C-54AE8543C2D7}"/>
              </a:ext>
            </a:extLst>
          </p:cNvPr>
          <p:cNvCxnSpPr>
            <a:cxnSpLocks/>
          </p:cNvCxnSpPr>
          <p:nvPr/>
        </p:nvCxnSpPr>
        <p:spPr>
          <a:xfrm>
            <a:off x="5844801" y="1828584"/>
            <a:ext cx="9942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77B176F-2A60-DB30-5580-A3F7A29B0EB7}"/>
              </a:ext>
            </a:extLst>
          </p:cNvPr>
          <p:cNvSpPr/>
          <p:nvPr/>
        </p:nvSpPr>
        <p:spPr>
          <a:xfrm>
            <a:off x="9466970" y="5256793"/>
            <a:ext cx="1548249" cy="8167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LLM generates Answer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344D7E-A9AC-9A48-CBA0-5880806F5B05}"/>
              </a:ext>
            </a:extLst>
          </p:cNvPr>
          <p:cNvSpPr/>
          <p:nvPr/>
        </p:nvSpPr>
        <p:spPr>
          <a:xfrm>
            <a:off x="3095737" y="2705377"/>
            <a:ext cx="1331765" cy="4505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Take Query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BCCAD1-635C-C530-8D54-2231B9B73CE6}"/>
              </a:ext>
            </a:extLst>
          </p:cNvPr>
          <p:cNvSpPr/>
          <p:nvPr/>
        </p:nvSpPr>
        <p:spPr>
          <a:xfrm>
            <a:off x="6970221" y="1510530"/>
            <a:ext cx="1783895" cy="16410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Cosine Similarity </a:t>
            </a:r>
          </a:p>
          <a:p>
            <a:pPr algn="ctr"/>
            <a:r>
              <a:rPr lang="en-IN" dirty="0"/>
              <a:t>for </a:t>
            </a:r>
          </a:p>
          <a:p>
            <a:pPr algn="ctr"/>
            <a:r>
              <a:rPr lang="en-IN" dirty="0"/>
              <a:t>top-k docs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F7DBCBA-6C1F-0532-236A-EEAD2A23E336}"/>
              </a:ext>
            </a:extLst>
          </p:cNvPr>
          <p:cNvCxnSpPr>
            <a:cxnSpLocks/>
          </p:cNvCxnSpPr>
          <p:nvPr/>
        </p:nvCxnSpPr>
        <p:spPr>
          <a:xfrm>
            <a:off x="4427502" y="2948938"/>
            <a:ext cx="3965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C12D812-7C53-7547-99F4-46E86FF08AA6}"/>
              </a:ext>
            </a:extLst>
          </p:cNvPr>
          <p:cNvSpPr/>
          <p:nvPr/>
        </p:nvSpPr>
        <p:spPr>
          <a:xfrm>
            <a:off x="5063199" y="2701004"/>
            <a:ext cx="1331765" cy="4505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Embedding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FBFF55A-54CE-510A-4C06-AAA3FE3FD574}"/>
              </a:ext>
            </a:extLst>
          </p:cNvPr>
          <p:cNvCxnSpPr>
            <a:cxnSpLocks/>
          </p:cNvCxnSpPr>
          <p:nvPr/>
        </p:nvCxnSpPr>
        <p:spPr>
          <a:xfrm>
            <a:off x="6394964" y="2948938"/>
            <a:ext cx="3965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05F77D8-9E35-3D6F-9692-7224467832AF}"/>
              </a:ext>
            </a:extLst>
          </p:cNvPr>
          <p:cNvCxnSpPr>
            <a:cxnSpLocks/>
          </p:cNvCxnSpPr>
          <p:nvPr/>
        </p:nvCxnSpPr>
        <p:spPr>
          <a:xfrm>
            <a:off x="8754116" y="2331039"/>
            <a:ext cx="3965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B47DDEA8-FDC1-85AB-B5B3-ADCDA990C5A6}"/>
              </a:ext>
            </a:extLst>
          </p:cNvPr>
          <p:cNvSpPr/>
          <p:nvPr/>
        </p:nvSpPr>
        <p:spPr>
          <a:xfrm>
            <a:off x="9034270" y="4923309"/>
            <a:ext cx="2428952" cy="1527339"/>
          </a:xfrm>
          <a:prstGeom prst="ellipse">
            <a:avLst/>
          </a:prstGeom>
          <a:noFill/>
          <a:ln w="9525" cap="flat" cmpd="sng" algn="ctr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A502E2B-5CED-3FDA-DE2A-A4EED3A901F4}"/>
              </a:ext>
            </a:extLst>
          </p:cNvPr>
          <p:cNvSpPr/>
          <p:nvPr/>
        </p:nvSpPr>
        <p:spPr>
          <a:xfrm>
            <a:off x="9329373" y="1510530"/>
            <a:ext cx="1783895" cy="164101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Corrective </a:t>
            </a:r>
          </a:p>
          <a:p>
            <a:pPr algn="ctr"/>
            <a:r>
              <a:rPr lang="en-IN" dirty="0"/>
              <a:t>RAG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9C69407-D885-0F05-C25B-25A077ED3484}"/>
              </a:ext>
            </a:extLst>
          </p:cNvPr>
          <p:cNvCxnSpPr>
            <a:cxnSpLocks/>
          </p:cNvCxnSpPr>
          <p:nvPr/>
        </p:nvCxnSpPr>
        <p:spPr>
          <a:xfrm>
            <a:off x="10225300" y="3128289"/>
            <a:ext cx="0" cy="601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332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B41E3-0B06-9098-11A6-16D8C89F6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4D27A-4ED2-0B7E-B612-65B262C4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656" y="350884"/>
            <a:ext cx="10277856" cy="738273"/>
          </a:xfrm>
        </p:spPr>
        <p:txBody>
          <a:bodyPr/>
          <a:lstStyle/>
          <a:p>
            <a:r>
              <a:rPr lang="en-IN" dirty="0"/>
              <a:t>What is Corrective RAG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0C184-8693-0E5A-8C67-8717B33A1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2229" y="3666303"/>
            <a:ext cx="6572041" cy="2066981"/>
          </a:xfrm>
        </p:spPr>
        <p:txBody>
          <a:bodyPr>
            <a:normAutofit/>
          </a:bodyPr>
          <a:lstStyle/>
          <a:p>
            <a:r>
              <a:rPr lang="en-US" b="1" dirty="0"/>
              <a:t>Corrective RAG (CRAG)</a:t>
            </a:r>
            <a:r>
              <a:rPr lang="en-US" dirty="0"/>
              <a:t> adds a </a:t>
            </a:r>
            <a:r>
              <a:rPr lang="en-US" b="1" dirty="0"/>
              <a:t>quality-checking and correction step</a:t>
            </a:r>
            <a:r>
              <a:rPr lang="en-US" dirty="0"/>
              <a:t>.</a:t>
            </a:r>
          </a:p>
          <a:p>
            <a:r>
              <a:rPr lang="en-US" dirty="0"/>
              <a:t>The system doesn’t blindly trust retrieved documents.</a:t>
            </a:r>
            <a:br>
              <a:rPr lang="en-US" dirty="0"/>
            </a:br>
            <a:r>
              <a:rPr lang="en-US" dirty="0"/>
              <a:t>It </a:t>
            </a:r>
            <a:r>
              <a:rPr lang="en-US" i="1" dirty="0"/>
              <a:t>checks</a:t>
            </a:r>
            <a:r>
              <a:rPr lang="en-US" dirty="0"/>
              <a:t>, </a:t>
            </a:r>
            <a:r>
              <a:rPr lang="en-US" i="1" dirty="0"/>
              <a:t>filters</a:t>
            </a:r>
            <a:r>
              <a:rPr lang="en-US" dirty="0"/>
              <a:t>, and </a:t>
            </a:r>
            <a:r>
              <a:rPr lang="en-US" i="1" dirty="0"/>
              <a:t>corrects</a:t>
            </a:r>
            <a:r>
              <a:rPr lang="en-US" dirty="0"/>
              <a:t> them before generating         the final answer.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91F8D-5B1D-0E54-C612-AB60D805C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3F29BB-A67B-964A-E274-672456C2D126}"/>
              </a:ext>
            </a:extLst>
          </p:cNvPr>
          <p:cNvSpPr/>
          <p:nvPr/>
        </p:nvSpPr>
        <p:spPr>
          <a:xfrm>
            <a:off x="4938759" y="1552715"/>
            <a:ext cx="1456205" cy="514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Store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A5DF408-1508-8CA2-166A-1E74B76904DB}"/>
              </a:ext>
            </a:extLst>
          </p:cNvPr>
          <p:cNvCxnSpPr>
            <a:cxnSpLocks/>
          </p:cNvCxnSpPr>
          <p:nvPr/>
        </p:nvCxnSpPr>
        <p:spPr>
          <a:xfrm>
            <a:off x="3836895" y="1810167"/>
            <a:ext cx="9942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34721440-78C1-1EB2-D8AA-8FFACF35A61C}"/>
              </a:ext>
            </a:extLst>
          </p:cNvPr>
          <p:cNvSpPr/>
          <p:nvPr/>
        </p:nvSpPr>
        <p:spPr>
          <a:xfrm>
            <a:off x="3002280" y="1552716"/>
            <a:ext cx="1361222" cy="514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Splitting &amp; Embedding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3E9937D-7579-BC84-B96E-F5344AA17A85}"/>
              </a:ext>
            </a:extLst>
          </p:cNvPr>
          <p:cNvCxnSpPr>
            <a:cxnSpLocks/>
          </p:cNvCxnSpPr>
          <p:nvPr/>
        </p:nvCxnSpPr>
        <p:spPr>
          <a:xfrm>
            <a:off x="2032128" y="1810168"/>
            <a:ext cx="8905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E21E1BF-CD08-0B43-6E61-8CAAB533225A}"/>
              </a:ext>
            </a:extLst>
          </p:cNvPr>
          <p:cNvSpPr/>
          <p:nvPr/>
        </p:nvSpPr>
        <p:spPr>
          <a:xfrm>
            <a:off x="1064275" y="1552716"/>
            <a:ext cx="1331765" cy="514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Loading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DC3B0A7-5AAD-5725-6F0C-D6DFF750D921}"/>
              </a:ext>
            </a:extLst>
          </p:cNvPr>
          <p:cNvCxnSpPr>
            <a:cxnSpLocks/>
          </p:cNvCxnSpPr>
          <p:nvPr/>
        </p:nvCxnSpPr>
        <p:spPr>
          <a:xfrm>
            <a:off x="10225300" y="4553764"/>
            <a:ext cx="0" cy="601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C56DDB1-C256-6068-C7B8-1DF726CAE965}"/>
              </a:ext>
            </a:extLst>
          </p:cNvPr>
          <p:cNvSpPr/>
          <p:nvPr/>
        </p:nvSpPr>
        <p:spPr>
          <a:xfrm>
            <a:off x="9466970" y="3736565"/>
            <a:ext cx="1548249" cy="8167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Give to LLM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876342A-4AA3-F314-2782-0A26C21720F6}"/>
              </a:ext>
            </a:extLst>
          </p:cNvPr>
          <p:cNvCxnSpPr>
            <a:cxnSpLocks/>
          </p:cNvCxnSpPr>
          <p:nvPr/>
        </p:nvCxnSpPr>
        <p:spPr>
          <a:xfrm>
            <a:off x="5844801" y="1828584"/>
            <a:ext cx="9942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DABA21E3-D256-11EF-B062-BB8F1E2B8D8E}"/>
              </a:ext>
            </a:extLst>
          </p:cNvPr>
          <p:cNvSpPr/>
          <p:nvPr/>
        </p:nvSpPr>
        <p:spPr>
          <a:xfrm>
            <a:off x="9466970" y="5256793"/>
            <a:ext cx="1548249" cy="8167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LLM generates Answer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6B00CB-8438-DF40-31D0-FDA5CDAD6E7A}"/>
              </a:ext>
            </a:extLst>
          </p:cNvPr>
          <p:cNvSpPr/>
          <p:nvPr/>
        </p:nvSpPr>
        <p:spPr>
          <a:xfrm>
            <a:off x="3095737" y="2705377"/>
            <a:ext cx="1331765" cy="4505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Take Query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4863C7-D84C-9929-0255-15CDB02B8993}"/>
              </a:ext>
            </a:extLst>
          </p:cNvPr>
          <p:cNvSpPr/>
          <p:nvPr/>
        </p:nvSpPr>
        <p:spPr>
          <a:xfrm>
            <a:off x="6970221" y="1510530"/>
            <a:ext cx="1783895" cy="16410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Cosine Similarity </a:t>
            </a:r>
          </a:p>
          <a:p>
            <a:pPr algn="ctr"/>
            <a:r>
              <a:rPr lang="en-IN" dirty="0"/>
              <a:t>for </a:t>
            </a:r>
          </a:p>
          <a:p>
            <a:pPr algn="ctr"/>
            <a:r>
              <a:rPr lang="en-IN" dirty="0"/>
              <a:t>top-k docs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841AEDA-EBC6-3F22-A6D6-74B66CE15F70}"/>
              </a:ext>
            </a:extLst>
          </p:cNvPr>
          <p:cNvCxnSpPr>
            <a:cxnSpLocks/>
          </p:cNvCxnSpPr>
          <p:nvPr/>
        </p:nvCxnSpPr>
        <p:spPr>
          <a:xfrm>
            <a:off x="4427502" y="2948938"/>
            <a:ext cx="3965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B34990B1-B33D-65B9-28E8-5AB9A94CB6A4}"/>
              </a:ext>
            </a:extLst>
          </p:cNvPr>
          <p:cNvSpPr/>
          <p:nvPr/>
        </p:nvSpPr>
        <p:spPr>
          <a:xfrm>
            <a:off x="5063199" y="2701004"/>
            <a:ext cx="1331765" cy="4505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Embedding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6C8A462-6659-798C-810B-54EB840E2A22}"/>
              </a:ext>
            </a:extLst>
          </p:cNvPr>
          <p:cNvCxnSpPr>
            <a:cxnSpLocks/>
          </p:cNvCxnSpPr>
          <p:nvPr/>
        </p:nvCxnSpPr>
        <p:spPr>
          <a:xfrm>
            <a:off x="6394964" y="2948938"/>
            <a:ext cx="3965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63DADE8-FBF8-8EF1-E8A2-040D102E6C54}"/>
              </a:ext>
            </a:extLst>
          </p:cNvPr>
          <p:cNvCxnSpPr>
            <a:cxnSpLocks/>
          </p:cNvCxnSpPr>
          <p:nvPr/>
        </p:nvCxnSpPr>
        <p:spPr>
          <a:xfrm>
            <a:off x="8754116" y="2331039"/>
            <a:ext cx="3965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0D49FD57-EC83-B5E4-0421-DF76B1A34B8C}"/>
              </a:ext>
            </a:extLst>
          </p:cNvPr>
          <p:cNvSpPr/>
          <p:nvPr/>
        </p:nvSpPr>
        <p:spPr>
          <a:xfrm>
            <a:off x="9034270" y="4923309"/>
            <a:ext cx="2428952" cy="1527339"/>
          </a:xfrm>
          <a:prstGeom prst="ellipse">
            <a:avLst/>
          </a:prstGeom>
          <a:noFill/>
          <a:ln w="9525" cap="flat" cmpd="sng" algn="ctr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D856F11-16EE-2612-8FEC-C040B22BC809}"/>
              </a:ext>
            </a:extLst>
          </p:cNvPr>
          <p:cNvSpPr/>
          <p:nvPr/>
        </p:nvSpPr>
        <p:spPr>
          <a:xfrm>
            <a:off x="9329373" y="1510530"/>
            <a:ext cx="1783895" cy="164101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Corrective </a:t>
            </a:r>
          </a:p>
          <a:p>
            <a:pPr algn="ctr"/>
            <a:r>
              <a:rPr lang="en-IN" dirty="0"/>
              <a:t>RAG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13AD5C8-933E-E919-139B-1D67044751DA}"/>
              </a:ext>
            </a:extLst>
          </p:cNvPr>
          <p:cNvCxnSpPr>
            <a:cxnSpLocks/>
          </p:cNvCxnSpPr>
          <p:nvPr/>
        </p:nvCxnSpPr>
        <p:spPr>
          <a:xfrm>
            <a:off x="10225300" y="3128289"/>
            <a:ext cx="0" cy="601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403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D3F25-F2AA-07AE-994A-D4208764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329184"/>
            <a:ext cx="10277856" cy="758952"/>
          </a:xfrm>
        </p:spPr>
        <p:txBody>
          <a:bodyPr/>
          <a:lstStyle/>
          <a:p>
            <a:r>
              <a:rPr lang="en-IN" dirty="0"/>
              <a:t>Working Of CRAG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7E067-56F4-32CE-EA01-7C18D9948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197864"/>
            <a:ext cx="9656064" cy="3218688"/>
          </a:xfrm>
        </p:spPr>
        <p:txBody>
          <a:bodyPr/>
          <a:lstStyle/>
          <a:p>
            <a:r>
              <a:rPr lang="en-IN" dirty="0"/>
              <a:t>In </a:t>
            </a:r>
            <a:r>
              <a:rPr lang="en-IN" b="1" dirty="0"/>
              <a:t>Corrective RAG (CRAG)</a:t>
            </a:r>
            <a:r>
              <a:rPr lang="en-IN" dirty="0"/>
              <a:t>:</a:t>
            </a:r>
          </a:p>
          <a:p>
            <a:r>
              <a:rPr lang="en-IN" dirty="0"/>
              <a:t>The system </a:t>
            </a:r>
            <a:r>
              <a:rPr lang="en-IN" b="1" dirty="0"/>
              <a:t>retrieves documents</a:t>
            </a:r>
            <a:br>
              <a:rPr lang="en-IN" dirty="0"/>
            </a:br>
            <a:r>
              <a:rPr lang="en-IN" dirty="0"/>
              <a:t>Then </a:t>
            </a:r>
            <a:r>
              <a:rPr lang="en-IN" b="1" dirty="0"/>
              <a:t>evaluates the quality of retrieved documents </a:t>
            </a:r>
            <a:r>
              <a:rPr lang="en-IN" dirty="0"/>
              <a:t>based on Similarity Score</a:t>
            </a:r>
            <a:br>
              <a:rPr lang="en-IN" dirty="0"/>
            </a:br>
            <a:r>
              <a:rPr lang="en-IN" dirty="0"/>
              <a:t>And decides whether they are: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23D750-F6ED-BF11-9322-D370A4026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804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8CD3B-E812-FDB7-B948-5B52803A9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E3F7-5B70-7CE2-143B-E05D57522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329184"/>
            <a:ext cx="10277856" cy="758952"/>
          </a:xfrm>
        </p:spPr>
        <p:txBody>
          <a:bodyPr/>
          <a:lstStyle/>
          <a:p>
            <a:r>
              <a:rPr lang="en-IN" dirty="0"/>
              <a:t>Working Of CRAG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5D1B5-3B98-E77C-1272-284422493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197864"/>
            <a:ext cx="9656064" cy="3218688"/>
          </a:xfrm>
        </p:spPr>
        <p:txBody>
          <a:bodyPr/>
          <a:lstStyle/>
          <a:p>
            <a:r>
              <a:rPr lang="en-IN" dirty="0"/>
              <a:t>In </a:t>
            </a:r>
            <a:r>
              <a:rPr lang="en-IN" b="1" dirty="0"/>
              <a:t>Corrective RAG (CRAG)</a:t>
            </a:r>
            <a:r>
              <a:rPr lang="en-IN" dirty="0"/>
              <a:t>:</a:t>
            </a:r>
          </a:p>
          <a:p>
            <a:r>
              <a:rPr lang="en-IN" dirty="0"/>
              <a:t>The system </a:t>
            </a:r>
            <a:r>
              <a:rPr lang="en-IN" b="1" dirty="0"/>
              <a:t>retrieves documents</a:t>
            </a:r>
            <a:br>
              <a:rPr lang="en-IN" dirty="0"/>
            </a:br>
            <a:r>
              <a:rPr lang="en-IN" dirty="0"/>
              <a:t>Then </a:t>
            </a:r>
            <a:r>
              <a:rPr lang="en-IN" b="1" dirty="0"/>
              <a:t>evaluates the quality of retrieved documents </a:t>
            </a:r>
            <a:r>
              <a:rPr lang="en-IN" dirty="0"/>
              <a:t>based on Similarity Score</a:t>
            </a:r>
            <a:br>
              <a:rPr lang="en-IN" dirty="0"/>
            </a:br>
            <a:r>
              <a:rPr lang="en-IN" dirty="0"/>
              <a:t>And decides whether they are:</a:t>
            </a:r>
          </a:p>
          <a:p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Relevant</a:t>
            </a:r>
            <a:r>
              <a:rPr lang="en-IN" dirty="0"/>
              <a:t> </a:t>
            </a:r>
          </a:p>
          <a:p>
            <a:r>
              <a:rPr lang="en-IN" dirty="0"/>
              <a:t>❌ </a:t>
            </a:r>
            <a:r>
              <a:rPr lang="en-IN" b="1" dirty="0"/>
              <a:t>Non-relevant</a:t>
            </a:r>
            <a:r>
              <a:rPr lang="en-IN" dirty="0"/>
              <a:t> </a:t>
            </a:r>
          </a:p>
          <a:p>
            <a:r>
              <a:rPr lang="en-IN" dirty="0"/>
              <a:t>⚠️ </a:t>
            </a:r>
            <a:r>
              <a:rPr lang="en-IN" b="1" dirty="0"/>
              <a:t>Ambiguous / low confidence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76D62-C959-1175-34E3-B7C0FFAE8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304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D6570-01A1-E9C0-F28B-2B6AF45D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17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4278F99-CE87-B4DC-178C-89364DC49D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6924458"/>
              </p:ext>
            </p:extLst>
          </p:nvPr>
        </p:nvGraphicFramePr>
        <p:xfrm>
          <a:off x="3677920" y="1112859"/>
          <a:ext cx="4670552" cy="19686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228D28F1-F5D5-4D8B-DD31-9162293F8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329184"/>
            <a:ext cx="10277856" cy="758952"/>
          </a:xfrm>
        </p:spPr>
        <p:txBody>
          <a:bodyPr/>
          <a:lstStyle/>
          <a:p>
            <a:r>
              <a:rPr lang="en-IN" dirty="0"/>
              <a:t>Evaluation Of Retrieved Docs</a:t>
            </a:r>
          </a:p>
        </p:txBody>
      </p:sp>
    </p:spTree>
    <p:extLst>
      <p:ext uri="{BB962C8B-B14F-4D97-AF65-F5344CB8AC3E}">
        <p14:creationId xmlns:p14="http://schemas.microsoft.com/office/powerpoint/2010/main" val="3624319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03126-A2C7-1C3D-EAA5-19B81B348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4BC52-96E5-74CC-B931-2257A6E04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18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160C6F7-C7D5-F880-67DB-875C2C67DF9F}"/>
              </a:ext>
            </a:extLst>
          </p:cNvPr>
          <p:cNvGraphicFramePr/>
          <p:nvPr/>
        </p:nvGraphicFramePr>
        <p:xfrm>
          <a:off x="3677920" y="1112859"/>
          <a:ext cx="4670552" cy="19686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1DF49BDB-CCA9-3884-D3CF-F251093A6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329184"/>
            <a:ext cx="10277856" cy="758952"/>
          </a:xfrm>
        </p:spPr>
        <p:txBody>
          <a:bodyPr/>
          <a:lstStyle/>
          <a:p>
            <a:r>
              <a:rPr lang="en-IN" dirty="0"/>
              <a:t>Evaluation Of Retrieved Docs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8C65B5-36A2-2B2B-B241-B4416B1BB056}"/>
              </a:ext>
            </a:extLst>
          </p:cNvPr>
          <p:cNvSpPr txBox="1"/>
          <p:nvPr/>
        </p:nvSpPr>
        <p:spPr>
          <a:xfrm>
            <a:off x="3403854" y="3285820"/>
            <a:ext cx="609447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index.as_retriever( similarity_top_k=3)</a:t>
            </a:r>
          </a:p>
        </p:txBody>
      </p:sp>
    </p:spTree>
    <p:extLst>
      <p:ext uri="{BB962C8B-B14F-4D97-AF65-F5344CB8AC3E}">
        <p14:creationId xmlns:p14="http://schemas.microsoft.com/office/powerpoint/2010/main" val="2156244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C0213-B2E7-AF97-8EC0-89074EEAE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583B45-6506-1200-DDC0-2EDDA3C1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19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3D2437A-82FE-A664-F1FC-AF58B5EDA374}"/>
              </a:ext>
            </a:extLst>
          </p:cNvPr>
          <p:cNvGraphicFramePr/>
          <p:nvPr/>
        </p:nvGraphicFramePr>
        <p:xfrm>
          <a:off x="3677920" y="1112859"/>
          <a:ext cx="4670552" cy="19686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99889D99-423A-EE46-74A7-5D9159A82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329184"/>
            <a:ext cx="10277856" cy="758952"/>
          </a:xfrm>
        </p:spPr>
        <p:txBody>
          <a:bodyPr/>
          <a:lstStyle/>
          <a:p>
            <a:r>
              <a:rPr lang="en-IN" dirty="0"/>
              <a:t>Evaluation Of Retrieved Docs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BFEFF7-2EEE-AF77-227B-FB84D127EB48}"/>
              </a:ext>
            </a:extLst>
          </p:cNvPr>
          <p:cNvSpPr txBox="1"/>
          <p:nvPr/>
        </p:nvSpPr>
        <p:spPr>
          <a:xfrm>
            <a:off x="3403854" y="3285820"/>
            <a:ext cx="609447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index.as_retriever( similarity_top_k=3)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088731-1D55-4DDE-EAE4-D0F9B723FD24}"/>
              </a:ext>
            </a:extLst>
          </p:cNvPr>
          <p:cNvSpPr txBox="1"/>
          <p:nvPr/>
        </p:nvSpPr>
        <p:spPr>
          <a:xfrm>
            <a:off x="3403854" y="3685512"/>
            <a:ext cx="6094476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Set Threshold value : </a:t>
            </a:r>
          </a:p>
          <a:p>
            <a:pPr>
              <a:lnSpc>
                <a:spcPts val="1425"/>
              </a:lnSpc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	score &gt;= 0.8  =&gt; Relevant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	score &lt;= 0.3  =&gt; Irrelevant</a:t>
            </a:r>
          </a:p>
        </p:txBody>
      </p:sp>
    </p:spTree>
    <p:extLst>
      <p:ext uri="{BB962C8B-B14F-4D97-AF65-F5344CB8AC3E}">
        <p14:creationId xmlns:p14="http://schemas.microsoft.com/office/powerpoint/2010/main" val="1472023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021D7-3C71-E969-6F77-D64CD3FAD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9F0ACD-3BB4-E8ED-0786-76E4803E1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20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F67DA044-0C1A-5A46-082C-6D2DD43470F8}"/>
              </a:ext>
            </a:extLst>
          </p:cNvPr>
          <p:cNvGraphicFramePr/>
          <p:nvPr/>
        </p:nvGraphicFramePr>
        <p:xfrm>
          <a:off x="3677920" y="1112859"/>
          <a:ext cx="4670552" cy="19686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7D3694B9-436F-655B-2327-3C96904DA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329184"/>
            <a:ext cx="10277856" cy="758952"/>
          </a:xfrm>
        </p:spPr>
        <p:txBody>
          <a:bodyPr/>
          <a:lstStyle/>
          <a:p>
            <a:r>
              <a:rPr lang="en-IN" dirty="0"/>
              <a:t>Evaluation Of Retrieved Docs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FF6D41-5C05-D19E-F44E-C60F1E1ABBCA}"/>
              </a:ext>
            </a:extLst>
          </p:cNvPr>
          <p:cNvSpPr txBox="1"/>
          <p:nvPr/>
        </p:nvSpPr>
        <p:spPr>
          <a:xfrm>
            <a:off x="3403854" y="3285820"/>
            <a:ext cx="609447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index.as_retriever( similarity_top_k=3)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62799B-60B0-D178-706C-6D990648E246}"/>
              </a:ext>
            </a:extLst>
          </p:cNvPr>
          <p:cNvSpPr txBox="1"/>
          <p:nvPr/>
        </p:nvSpPr>
        <p:spPr>
          <a:xfrm>
            <a:off x="3403854" y="3685512"/>
            <a:ext cx="6094476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Set Threshold value : </a:t>
            </a:r>
          </a:p>
          <a:p>
            <a:pPr>
              <a:lnSpc>
                <a:spcPts val="1425"/>
              </a:lnSpc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	score &gt;= 0.8  =&gt; Relevant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	score &lt;= 0.3  =&gt; Irrelevant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ED72FB-55A0-1F80-DEF1-51A620E6A0E3}"/>
              </a:ext>
            </a:extLst>
          </p:cNvPr>
          <p:cNvSpPr/>
          <p:nvPr/>
        </p:nvSpPr>
        <p:spPr>
          <a:xfrm>
            <a:off x="3677920" y="4779262"/>
            <a:ext cx="1152144" cy="106222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D1 =&gt; 0.8 </a:t>
            </a:r>
          </a:p>
          <a:p>
            <a:r>
              <a:rPr lang="en-IN" dirty="0"/>
              <a:t>D2 =&gt; 0.5</a:t>
            </a:r>
          </a:p>
          <a:p>
            <a:r>
              <a:rPr lang="en-IN" dirty="0"/>
              <a:t>D3 =&gt; 0.4</a:t>
            </a:r>
          </a:p>
        </p:txBody>
      </p:sp>
    </p:spTree>
    <p:extLst>
      <p:ext uri="{BB962C8B-B14F-4D97-AF65-F5344CB8AC3E}">
        <p14:creationId xmlns:p14="http://schemas.microsoft.com/office/powerpoint/2010/main" val="1074017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30EEC-9F09-A73E-9509-C20B00A3A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034244-82F6-E86C-D151-4BA1C1F1C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21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66A17E8-AE7E-AD1E-D251-BC6A7510123C}"/>
              </a:ext>
            </a:extLst>
          </p:cNvPr>
          <p:cNvGraphicFramePr/>
          <p:nvPr/>
        </p:nvGraphicFramePr>
        <p:xfrm>
          <a:off x="3677920" y="1112859"/>
          <a:ext cx="4670552" cy="19686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FF05D1C6-9BFF-BF29-30CE-8C3CFEE43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329184"/>
            <a:ext cx="10277856" cy="758952"/>
          </a:xfrm>
        </p:spPr>
        <p:txBody>
          <a:bodyPr/>
          <a:lstStyle/>
          <a:p>
            <a:r>
              <a:rPr lang="en-IN" dirty="0"/>
              <a:t>Evaluation Of Retrieved Docs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0D0903-D92F-F388-50A7-8BD7A0560496}"/>
              </a:ext>
            </a:extLst>
          </p:cNvPr>
          <p:cNvSpPr txBox="1"/>
          <p:nvPr/>
        </p:nvSpPr>
        <p:spPr>
          <a:xfrm>
            <a:off x="3403854" y="3285820"/>
            <a:ext cx="609447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index.as_retriever( similarity_top_k=3)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B1DC7B-15B1-9346-8340-E8CA8B8EE26E}"/>
              </a:ext>
            </a:extLst>
          </p:cNvPr>
          <p:cNvSpPr txBox="1"/>
          <p:nvPr/>
        </p:nvSpPr>
        <p:spPr>
          <a:xfrm>
            <a:off x="3403854" y="3685512"/>
            <a:ext cx="6094476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Set Threshold value : </a:t>
            </a:r>
          </a:p>
          <a:p>
            <a:pPr>
              <a:lnSpc>
                <a:spcPts val="1425"/>
              </a:lnSpc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	score &gt;= 0.8  =&gt; Relevant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	score &lt;= 0.3  =&gt; Irrelevant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C45D4D-583F-510B-4254-F2CB48656B27}"/>
              </a:ext>
            </a:extLst>
          </p:cNvPr>
          <p:cNvSpPr/>
          <p:nvPr/>
        </p:nvSpPr>
        <p:spPr>
          <a:xfrm>
            <a:off x="3677920" y="4779262"/>
            <a:ext cx="1152144" cy="106222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D1 =&gt; 0.8 </a:t>
            </a:r>
          </a:p>
          <a:p>
            <a:r>
              <a:rPr lang="en-IN" dirty="0"/>
              <a:t>D2 =&gt; 0.5</a:t>
            </a:r>
          </a:p>
          <a:p>
            <a:r>
              <a:rPr lang="en-IN" dirty="0"/>
              <a:t>D3 =&gt; 0.4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CBE006-3F10-AD05-F9AF-751614792296}"/>
              </a:ext>
            </a:extLst>
          </p:cNvPr>
          <p:cNvSpPr/>
          <p:nvPr/>
        </p:nvSpPr>
        <p:spPr>
          <a:xfrm>
            <a:off x="5437124" y="4762499"/>
            <a:ext cx="1152144" cy="106222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D1 =&gt; 0.8 </a:t>
            </a:r>
          </a:p>
          <a:p>
            <a:r>
              <a:rPr lang="en-IN" dirty="0"/>
              <a:t>D2 =&gt; 0.3</a:t>
            </a:r>
          </a:p>
          <a:p>
            <a:r>
              <a:rPr lang="en-IN" dirty="0"/>
              <a:t>D3 =&gt; 0.1</a:t>
            </a:r>
          </a:p>
        </p:txBody>
      </p:sp>
    </p:spTree>
    <p:extLst>
      <p:ext uri="{BB962C8B-B14F-4D97-AF65-F5344CB8AC3E}">
        <p14:creationId xmlns:p14="http://schemas.microsoft.com/office/powerpoint/2010/main" val="9549911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3288C-F9D0-E6E3-A4D5-DC2BEF606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2D729-D833-A6D5-639B-26263C85B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22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B14B365-CBE5-4047-68F8-7964A7099541}"/>
              </a:ext>
            </a:extLst>
          </p:cNvPr>
          <p:cNvGraphicFramePr/>
          <p:nvPr/>
        </p:nvGraphicFramePr>
        <p:xfrm>
          <a:off x="3677920" y="1112859"/>
          <a:ext cx="4670552" cy="19686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9BBA085D-C993-F72B-3806-71B015D72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329184"/>
            <a:ext cx="10277856" cy="758952"/>
          </a:xfrm>
        </p:spPr>
        <p:txBody>
          <a:bodyPr/>
          <a:lstStyle/>
          <a:p>
            <a:r>
              <a:rPr lang="en-IN" dirty="0"/>
              <a:t>Evaluation Of Retrieved Docs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27B69C-8F6E-224B-1B08-A189DE2FA329}"/>
              </a:ext>
            </a:extLst>
          </p:cNvPr>
          <p:cNvSpPr txBox="1"/>
          <p:nvPr/>
        </p:nvSpPr>
        <p:spPr>
          <a:xfrm>
            <a:off x="3403854" y="3285820"/>
            <a:ext cx="609447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index.as_retriever( similarity_top_k=3)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B121C2-7778-431D-9470-197E5D20BE3F}"/>
              </a:ext>
            </a:extLst>
          </p:cNvPr>
          <p:cNvSpPr txBox="1"/>
          <p:nvPr/>
        </p:nvSpPr>
        <p:spPr>
          <a:xfrm>
            <a:off x="3403854" y="3685512"/>
            <a:ext cx="6094476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Set Threshold value : </a:t>
            </a:r>
          </a:p>
          <a:p>
            <a:pPr>
              <a:lnSpc>
                <a:spcPts val="1425"/>
              </a:lnSpc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	score &gt;= 0.8  =&gt; Relevant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	score &lt;= 0.3  =&gt; Irrelevant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7CDCEC-1136-2F94-FE53-8AF09A681919}"/>
              </a:ext>
            </a:extLst>
          </p:cNvPr>
          <p:cNvSpPr/>
          <p:nvPr/>
        </p:nvSpPr>
        <p:spPr>
          <a:xfrm>
            <a:off x="3677920" y="4779262"/>
            <a:ext cx="1152144" cy="106222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D1 =&gt; 0.8 </a:t>
            </a:r>
          </a:p>
          <a:p>
            <a:r>
              <a:rPr lang="en-IN" dirty="0"/>
              <a:t>D2 =&gt; 0.5</a:t>
            </a:r>
          </a:p>
          <a:p>
            <a:r>
              <a:rPr lang="en-IN" dirty="0"/>
              <a:t>D3 =&gt; 0.4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F741EE-5263-4762-6366-79D08439E722}"/>
              </a:ext>
            </a:extLst>
          </p:cNvPr>
          <p:cNvSpPr/>
          <p:nvPr/>
        </p:nvSpPr>
        <p:spPr>
          <a:xfrm>
            <a:off x="5437124" y="4762499"/>
            <a:ext cx="1152144" cy="106222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D1 =&gt; 0.8 </a:t>
            </a:r>
          </a:p>
          <a:p>
            <a:r>
              <a:rPr lang="en-IN" dirty="0"/>
              <a:t>D2 =&gt; 0.3</a:t>
            </a:r>
          </a:p>
          <a:p>
            <a:r>
              <a:rPr lang="en-IN" dirty="0"/>
              <a:t>D3 =&gt; 0.1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B440B5-1AD2-E667-7FDE-1DC9882F58D0}"/>
              </a:ext>
            </a:extLst>
          </p:cNvPr>
          <p:cNvSpPr/>
          <p:nvPr/>
        </p:nvSpPr>
        <p:spPr>
          <a:xfrm>
            <a:off x="7196328" y="4762499"/>
            <a:ext cx="1152144" cy="1062229"/>
          </a:xfrm>
          <a:prstGeom prst="rect">
            <a:avLst/>
          </a:prstGeom>
          <a:solidFill>
            <a:srgbClr val="E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D1 =&gt; 0.3</a:t>
            </a:r>
          </a:p>
          <a:p>
            <a:r>
              <a:rPr lang="en-IN" dirty="0"/>
              <a:t>D2 =&gt; 0.2</a:t>
            </a:r>
          </a:p>
          <a:p>
            <a:r>
              <a:rPr lang="en-IN" dirty="0"/>
              <a:t>D3 =&gt; 0.1</a:t>
            </a:r>
          </a:p>
        </p:txBody>
      </p:sp>
    </p:spTree>
    <p:extLst>
      <p:ext uri="{BB962C8B-B14F-4D97-AF65-F5344CB8AC3E}">
        <p14:creationId xmlns:p14="http://schemas.microsoft.com/office/powerpoint/2010/main" val="19520498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07DEC-CF9C-F907-4C1D-8A162E5A1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EDD9CD-3FF9-4513-B21E-5CDE968A7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23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2A50429-787F-40B6-1C86-E89C8CACB166}"/>
              </a:ext>
            </a:extLst>
          </p:cNvPr>
          <p:cNvGraphicFramePr/>
          <p:nvPr/>
        </p:nvGraphicFramePr>
        <p:xfrm>
          <a:off x="3677920" y="1112859"/>
          <a:ext cx="4670552" cy="19686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2DB143F3-3AED-CA97-5B82-980B1E3B5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329184"/>
            <a:ext cx="10277856" cy="758952"/>
          </a:xfrm>
        </p:spPr>
        <p:txBody>
          <a:bodyPr/>
          <a:lstStyle/>
          <a:p>
            <a:r>
              <a:rPr lang="en-IN" dirty="0"/>
              <a:t>Evaluation Of Retrieved Docs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2B307FA-4727-3CF8-68C3-1230931D12A1}"/>
              </a:ext>
            </a:extLst>
          </p:cNvPr>
          <p:cNvSpPr/>
          <p:nvPr/>
        </p:nvSpPr>
        <p:spPr>
          <a:xfrm>
            <a:off x="3677920" y="3291840"/>
            <a:ext cx="1360424" cy="7863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RAG</a:t>
            </a:r>
          </a:p>
          <a:p>
            <a:pPr algn="ctr"/>
            <a:r>
              <a:rPr lang="en-IN" sz="1200" dirty="0"/>
              <a:t>(Normal Flow)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D7E4CD0-6B31-F394-046E-6B3E4DBCF939}"/>
              </a:ext>
            </a:extLst>
          </p:cNvPr>
          <p:cNvCxnSpPr>
            <a:cxnSpLocks/>
          </p:cNvCxnSpPr>
          <p:nvPr/>
        </p:nvCxnSpPr>
        <p:spPr>
          <a:xfrm>
            <a:off x="4388380" y="2937268"/>
            <a:ext cx="0" cy="30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79445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CE7F2-CDD0-9329-D7D5-1D2661973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BAB8D7-FDD5-B815-8BF4-644CD364A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24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B8B9A92-A09C-0590-3D3E-0488D1C6FD94}"/>
              </a:ext>
            </a:extLst>
          </p:cNvPr>
          <p:cNvGraphicFramePr/>
          <p:nvPr/>
        </p:nvGraphicFramePr>
        <p:xfrm>
          <a:off x="3677920" y="1112859"/>
          <a:ext cx="4670552" cy="19686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B15F155E-FE23-11CE-24E9-80E83CA5F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329184"/>
            <a:ext cx="10277856" cy="758952"/>
          </a:xfrm>
        </p:spPr>
        <p:txBody>
          <a:bodyPr/>
          <a:lstStyle/>
          <a:p>
            <a:r>
              <a:rPr lang="en-IN" dirty="0"/>
              <a:t>Evaluation Of Retrieved Docs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FDC8510-F927-08FF-6429-8E548F380C37}"/>
              </a:ext>
            </a:extLst>
          </p:cNvPr>
          <p:cNvSpPr/>
          <p:nvPr/>
        </p:nvSpPr>
        <p:spPr>
          <a:xfrm>
            <a:off x="3677920" y="3291840"/>
            <a:ext cx="1360424" cy="7863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RAG</a:t>
            </a:r>
          </a:p>
          <a:p>
            <a:pPr algn="ctr"/>
            <a:r>
              <a:rPr lang="en-IN" sz="1200" dirty="0"/>
              <a:t>(Normal Flow)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B283D79-A10E-9875-BF42-6A661C911E07}"/>
              </a:ext>
            </a:extLst>
          </p:cNvPr>
          <p:cNvSpPr/>
          <p:nvPr/>
        </p:nvSpPr>
        <p:spPr>
          <a:xfrm>
            <a:off x="6988048" y="3291840"/>
            <a:ext cx="1360424" cy="7863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External Source</a:t>
            </a:r>
          </a:p>
          <a:p>
            <a:pPr algn="ctr"/>
            <a:r>
              <a:rPr lang="en-IN" sz="1200" dirty="0"/>
              <a:t>(Tavily)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52337E-FB53-5D28-FE67-65CA206CA5FA}"/>
              </a:ext>
            </a:extLst>
          </p:cNvPr>
          <p:cNvCxnSpPr>
            <a:cxnSpLocks/>
          </p:cNvCxnSpPr>
          <p:nvPr/>
        </p:nvCxnSpPr>
        <p:spPr>
          <a:xfrm>
            <a:off x="7738132" y="2931172"/>
            <a:ext cx="0" cy="30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902708E-4233-110D-0D60-D9F039442A29}"/>
              </a:ext>
            </a:extLst>
          </p:cNvPr>
          <p:cNvCxnSpPr>
            <a:cxnSpLocks/>
          </p:cNvCxnSpPr>
          <p:nvPr/>
        </p:nvCxnSpPr>
        <p:spPr>
          <a:xfrm>
            <a:off x="4388380" y="2937268"/>
            <a:ext cx="0" cy="30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6231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1CC6F-D819-FF09-E9C9-C8122838B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BD1B2E-90BD-CD68-A266-CC6EB715C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25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4D76ACBE-18B3-86DF-F83D-6ED2036CB7E5}"/>
              </a:ext>
            </a:extLst>
          </p:cNvPr>
          <p:cNvGraphicFramePr/>
          <p:nvPr/>
        </p:nvGraphicFramePr>
        <p:xfrm>
          <a:off x="3677920" y="1112859"/>
          <a:ext cx="4670552" cy="19686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2FF31043-50AF-0CE6-4A86-6035623FA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329184"/>
            <a:ext cx="10277856" cy="758952"/>
          </a:xfrm>
        </p:spPr>
        <p:txBody>
          <a:bodyPr/>
          <a:lstStyle/>
          <a:p>
            <a:r>
              <a:rPr lang="en-IN" dirty="0"/>
              <a:t>Evaluation Of Retrieved Docs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3DC5649-BFE6-33CC-262B-365367111FCD}"/>
              </a:ext>
            </a:extLst>
          </p:cNvPr>
          <p:cNvSpPr/>
          <p:nvPr/>
        </p:nvSpPr>
        <p:spPr>
          <a:xfrm>
            <a:off x="3677920" y="3291840"/>
            <a:ext cx="1360424" cy="7863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RAG</a:t>
            </a:r>
          </a:p>
          <a:p>
            <a:pPr algn="ctr"/>
            <a:r>
              <a:rPr lang="en-IN" sz="1200" dirty="0"/>
              <a:t>(Normal Flow)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A11CA6-D01C-4C50-A75A-768C4C101613}"/>
              </a:ext>
            </a:extLst>
          </p:cNvPr>
          <p:cNvSpPr/>
          <p:nvPr/>
        </p:nvSpPr>
        <p:spPr>
          <a:xfrm>
            <a:off x="6988048" y="3291840"/>
            <a:ext cx="1360424" cy="7863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External Source</a:t>
            </a:r>
          </a:p>
          <a:p>
            <a:pPr algn="ctr"/>
            <a:r>
              <a:rPr lang="en-IN" sz="1200" dirty="0"/>
              <a:t>(Tavily)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4BF86A3-B97E-CD30-4DF9-B8F31D77B8C8}"/>
              </a:ext>
            </a:extLst>
          </p:cNvPr>
          <p:cNvSpPr/>
          <p:nvPr/>
        </p:nvSpPr>
        <p:spPr>
          <a:xfrm>
            <a:off x="6988048" y="4437887"/>
            <a:ext cx="1360424" cy="7863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Web Search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85B021D-A66E-D585-CC59-D2CF927BB4B1}"/>
              </a:ext>
            </a:extLst>
          </p:cNvPr>
          <p:cNvCxnSpPr>
            <a:cxnSpLocks/>
          </p:cNvCxnSpPr>
          <p:nvPr/>
        </p:nvCxnSpPr>
        <p:spPr>
          <a:xfrm>
            <a:off x="7738132" y="2931172"/>
            <a:ext cx="0" cy="30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2BB000F-D04E-D973-CCAB-5FDC899A201B}"/>
              </a:ext>
            </a:extLst>
          </p:cNvPr>
          <p:cNvCxnSpPr>
            <a:cxnSpLocks/>
          </p:cNvCxnSpPr>
          <p:nvPr/>
        </p:nvCxnSpPr>
        <p:spPr>
          <a:xfrm>
            <a:off x="7709960" y="4078224"/>
            <a:ext cx="0" cy="30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0C221B5-B513-1BBE-3A98-F95B50C381DE}"/>
              </a:ext>
            </a:extLst>
          </p:cNvPr>
          <p:cNvCxnSpPr>
            <a:cxnSpLocks/>
          </p:cNvCxnSpPr>
          <p:nvPr/>
        </p:nvCxnSpPr>
        <p:spPr>
          <a:xfrm>
            <a:off x="4388380" y="2937268"/>
            <a:ext cx="0" cy="30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1235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6888E-049C-5613-44BC-10D0560EB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954A5C-F8AC-0945-BFB3-154BF8A21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26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0F94ED1-187A-EE24-1210-3B033533CC7C}"/>
              </a:ext>
            </a:extLst>
          </p:cNvPr>
          <p:cNvGraphicFramePr/>
          <p:nvPr/>
        </p:nvGraphicFramePr>
        <p:xfrm>
          <a:off x="3677920" y="1112859"/>
          <a:ext cx="4670552" cy="19686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0005091E-801C-9FAB-C64C-3B7B45264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329184"/>
            <a:ext cx="10277856" cy="758952"/>
          </a:xfrm>
        </p:spPr>
        <p:txBody>
          <a:bodyPr/>
          <a:lstStyle/>
          <a:p>
            <a:r>
              <a:rPr lang="en-IN" dirty="0"/>
              <a:t>Evaluation Of Retrieved Docs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D7CB791-9229-2763-7BF0-52948A51A67C}"/>
              </a:ext>
            </a:extLst>
          </p:cNvPr>
          <p:cNvSpPr/>
          <p:nvPr/>
        </p:nvSpPr>
        <p:spPr>
          <a:xfrm>
            <a:off x="3677920" y="3291840"/>
            <a:ext cx="1360424" cy="7863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RAG</a:t>
            </a:r>
          </a:p>
          <a:p>
            <a:pPr algn="ctr"/>
            <a:r>
              <a:rPr lang="en-IN" sz="1200" dirty="0"/>
              <a:t>(Normal Flow)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8BBC6F8-07A6-301E-86B5-50318CBDDE70}"/>
              </a:ext>
            </a:extLst>
          </p:cNvPr>
          <p:cNvSpPr/>
          <p:nvPr/>
        </p:nvSpPr>
        <p:spPr>
          <a:xfrm>
            <a:off x="6988048" y="3291840"/>
            <a:ext cx="1360424" cy="7863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External Source</a:t>
            </a:r>
          </a:p>
          <a:p>
            <a:pPr algn="ctr"/>
            <a:r>
              <a:rPr lang="en-IN" sz="1200" dirty="0"/>
              <a:t>(Tavily)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AAFAD72-DF8D-F542-4FDF-930BB998B4CD}"/>
              </a:ext>
            </a:extLst>
          </p:cNvPr>
          <p:cNvSpPr/>
          <p:nvPr/>
        </p:nvSpPr>
        <p:spPr>
          <a:xfrm>
            <a:off x="6988048" y="4437887"/>
            <a:ext cx="1360424" cy="7863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Web Search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742AA15-8E5E-54E5-83C1-13E66E448581}"/>
              </a:ext>
            </a:extLst>
          </p:cNvPr>
          <p:cNvSpPr/>
          <p:nvPr/>
        </p:nvSpPr>
        <p:spPr>
          <a:xfrm>
            <a:off x="6988048" y="5583934"/>
            <a:ext cx="1360424" cy="7863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Final Output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58B71A1-A642-EBEE-930A-0969A155D03F}"/>
              </a:ext>
            </a:extLst>
          </p:cNvPr>
          <p:cNvCxnSpPr>
            <a:cxnSpLocks/>
          </p:cNvCxnSpPr>
          <p:nvPr/>
        </p:nvCxnSpPr>
        <p:spPr>
          <a:xfrm>
            <a:off x="7738132" y="2931172"/>
            <a:ext cx="0" cy="30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A2746FE-A2E4-AEB5-68DC-E159A88B81B8}"/>
              </a:ext>
            </a:extLst>
          </p:cNvPr>
          <p:cNvCxnSpPr>
            <a:cxnSpLocks/>
          </p:cNvCxnSpPr>
          <p:nvPr/>
        </p:nvCxnSpPr>
        <p:spPr>
          <a:xfrm>
            <a:off x="7709960" y="4078224"/>
            <a:ext cx="0" cy="30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E3CAD0B-EF88-CDFA-0339-CDD2F6E97C59}"/>
              </a:ext>
            </a:extLst>
          </p:cNvPr>
          <p:cNvCxnSpPr>
            <a:cxnSpLocks/>
          </p:cNvCxnSpPr>
          <p:nvPr/>
        </p:nvCxnSpPr>
        <p:spPr>
          <a:xfrm>
            <a:off x="7709960" y="5224271"/>
            <a:ext cx="0" cy="30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7D3C793-9A7C-2781-4322-F5F4153EF6CF}"/>
              </a:ext>
            </a:extLst>
          </p:cNvPr>
          <p:cNvCxnSpPr>
            <a:cxnSpLocks/>
          </p:cNvCxnSpPr>
          <p:nvPr/>
        </p:nvCxnSpPr>
        <p:spPr>
          <a:xfrm>
            <a:off x="4388380" y="2937268"/>
            <a:ext cx="0" cy="30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76347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CE857-4340-8744-465A-D1ACB110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980A36-2F0F-8CC4-360B-0E511E17C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27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6CEA2B9-C75D-D738-E1BC-5DE9CA4950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6663014"/>
              </p:ext>
            </p:extLst>
          </p:nvPr>
        </p:nvGraphicFramePr>
        <p:xfrm>
          <a:off x="3677920" y="1112859"/>
          <a:ext cx="4670552" cy="19686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C9325BA7-123D-2E46-6671-D204BDE76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329184"/>
            <a:ext cx="10277856" cy="758952"/>
          </a:xfrm>
        </p:spPr>
        <p:txBody>
          <a:bodyPr/>
          <a:lstStyle/>
          <a:p>
            <a:r>
              <a:rPr lang="en-IN" dirty="0"/>
              <a:t>Evaluation Of Retrieved Docs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6DD21D1-0839-DD6A-B111-B85D3A449B80}"/>
              </a:ext>
            </a:extLst>
          </p:cNvPr>
          <p:cNvSpPr/>
          <p:nvPr/>
        </p:nvSpPr>
        <p:spPr>
          <a:xfrm>
            <a:off x="3677920" y="3291840"/>
            <a:ext cx="1360424" cy="7863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RAG</a:t>
            </a:r>
          </a:p>
          <a:p>
            <a:pPr algn="ctr"/>
            <a:r>
              <a:rPr lang="en-IN" sz="1200" dirty="0"/>
              <a:t>(Normal Flow)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4240DBB-98A0-B297-30BF-FA6DC569AE88}"/>
              </a:ext>
            </a:extLst>
          </p:cNvPr>
          <p:cNvSpPr/>
          <p:nvPr/>
        </p:nvSpPr>
        <p:spPr>
          <a:xfrm>
            <a:off x="6988048" y="3291840"/>
            <a:ext cx="1360424" cy="7863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External Source</a:t>
            </a:r>
          </a:p>
          <a:p>
            <a:pPr algn="ctr"/>
            <a:r>
              <a:rPr lang="en-IN" sz="1200" dirty="0"/>
              <a:t>(Tavily)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9FDE8B2-9AC3-35B9-48DD-95D6FE42BF73}"/>
              </a:ext>
            </a:extLst>
          </p:cNvPr>
          <p:cNvSpPr/>
          <p:nvPr/>
        </p:nvSpPr>
        <p:spPr>
          <a:xfrm>
            <a:off x="6988048" y="4437887"/>
            <a:ext cx="1360424" cy="7863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Web Search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0413A35-EA62-B2F9-D78F-9EA596BFC06B}"/>
              </a:ext>
            </a:extLst>
          </p:cNvPr>
          <p:cNvSpPr/>
          <p:nvPr/>
        </p:nvSpPr>
        <p:spPr>
          <a:xfrm>
            <a:off x="6988048" y="5583934"/>
            <a:ext cx="1360424" cy="7863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Final Output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B21859C-8263-3394-05CA-7AD424B74F82}"/>
              </a:ext>
            </a:extLst>
          </p:cNvPr>
          <p:cNvCxnSpPr>
            <a:cxnSpLocks/>
          </p:cNvCxnSpPr>
          <p:nvPr/>
        </p:nvCxnSpPr>
        <p:spPr>
          <a:xfrm>
            <a:off x="7738132" y="2931172"/>
            <a:ext cx="0" cy="30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409CA09-652E-64CD-FDE0-E48BA14EA8CD}"/>
              </a:ext>
            </a:extLst>
          </p:cNvPr>
          <p:cNvCxnSpPr>
            <a:cxnSpLocks/>
          </p:cNvCxnSpPr>
          <p:nvPr/>
        </p:nvCxnSpPr>
        <p:spPr>
          <a:xfrm>
            <a:off x="7709960" y="4078224"/>
            <a:ext cx="0" cy="30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D5C66C4-95D2-C28B-A649-83D498AB8159}"/>
              </a:ext>
            </a:extLst>
          </p:cNvPr>
          <p:cNvCxnSpPr>
            <a:cxnSpLocks/>
          </p:cNvCxnSpPr>
          <p:nvPr/>
        </p:nvCxnSpPr>
        <p:spPr>
          <a:xfrm>
            <a:off x="7709960" y="5224271"/>
            <a:ext cx="0" cy="30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665EC3C-6C6F-C68C-D0C2-86415EFCDC7B}"/>
              </a:ext>
            </a:extLst>
          </p:cNvPr>
          <p:cNvCxnSpPr>
            <a:cxnSpLocks/>
          </p:cNvCxnSpPr>
          <p:nvPr/>
        </p:nvCxnSpPr>
        <p:spPr>
          <a:xfrm>
            <a:off x="4379236" y="2946412"/>
            <a:ext cx="0" cy="30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1C5405B-38CC-46A4-1329-F5AB3C215502}"/>
              </a:ext>
            </a:extLst>
          </p:cNvPr>
          <p:cNvSpPr/>
          <p:nvPr/>
        </p:nvSpPr>
        <p:spPr>
          <a:xfrm>
            <a:off x="5308368" y="3291840"/>
            <a:ext cx="1360424" cy="7863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RAG</a:t>
            </a:r>
          </a:p>
          <a:p>
            <a:pPr algn="ctr"/>
            <a:r>
              <a:rPr lang="en-IN" sz="1600" dirty="0"/>
              <a:t>+</a:t>
            </a:r>
          </a:p>
          <a:p>
            <a:pPr algn="ctr"/>
            <a:r>
              <a:rPr lang="en-IN" sz="1600" dirty="0"/>
              <a:t>Web Search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0652D29-4563-4DB1-85E3-EEB1CD7E9B1C}"/>
              </a:ext>
            </a:extLst>
          </p:cNvPr>
          <p:cNvCxnSpPr>
            <a:cxnSpLocks/>
          </p:cNvCxnSpPr>
          <p:nvPr/>
        </p:nvCxnSpPr>
        <p:spPr>
          <a:xfrm>
            <a:off x="6018552" y="2931172"/>
            <a:ext cx="0" cy="30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7691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55600-3F8A-B6D6-25E2-2C5063895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57FAB8-1272-98BF-15BC-92C2ECBB5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28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42D2AB3-40C4-F13B-2B01-72F36AE84588}"/>
              </a:ext>
            </a:extLst>
          </p:cNvPr>
          <p:cNvGraphicFramePr/>
          <p:nvPr/>
        </p:nvGraphicFramePr>
        <p:xfrm>
          <a:off x="3677920" y="1112859"/>
          <a:ext cx="4670552" cy="19686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ED866D5C-FDC1-67D5-C78B-79110D2AB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329184"/>
            <a:ext cx="10277856" cy="758952"/>
          </a:xfrm>
        </p:spPr>
        <p:txBody>
          <a:bodyPr/>
          <a:lstStyle/>
          <a:p>
            <a:r>
              <a:rPr lang="en-IN" dirty="0"/>
              <a:t>Evaluation Of Retrieved Docs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396556F-7320-0330-B692-851C090CF22C}"/>
              </a:ext>
            </a:extLst>
          </p:cNvPr>
          <p:cNvSpPr/>
          <p:nvPr/>
        </p:nvSpPr>
        <p:spPr>
          <a:xfrm>
            <a:off x="3677920" y="3291840"/>
            <a:ext cx="1360424" cy="7863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RAG</a:t>
            </a:r>
          </a:p>
          <a:p>
            <a:pPr algn="ctr"/>
            <a:r>
              <a:rPr lang="en-IN" sz="1200" dirty="0"/>
              <a:t>(Normal Flow)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A795811-FF00-CF93-5A71-259F359D57AA}"/>
              </a:ext>
            </a:extLst>
          </p:cNvPr>
          <p:cNvSpPr/>
          <p:nvPr/>
        </p:nvSpPr>
        <p:spPr>
          <a:xfrm>
            <a:off x="6988048" y="3291840"/>
            <a:ext cx="1360424" cy="7863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External Source</a:t>
            </a:r>
          </a:p>
          <a:p>
            <a:pPr algn="ctr"/>
            <a:r>
              <a:rPr lang="en-IN" sz="1200" dirty="0"/>
              <a:t>(Tavily)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D0648FF-B347-6712-8F74-6A658177CFA4}"/>
              </a:ext>
            </a:extLst>
          </p:cNvPr>
          <p:cNvSpPr/>
          <p:nvPr/>
        </p:nvSpPr>
        <p:spPr>
          <a:xfrm>
            <a:off x="6988048" y="4437887"/>
            <a:ext cx="1360424" cy="7863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Web Search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FF2CCA1-0352-EF69-4F3F-D4FB7DBE1D11}"/>
              </a:ext>
            </a:extLst>
          </p:cNvPr>
          <p:cNvSpPr/>
          <p:nvPr/>
        </p:nvSpPr>
        <p:spPr>
          <a:xfrm>
            <a:off x="6988048" y="5583934"/>
            <a:ext cx="1360424" cy="7863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Final Output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99F7930-F103-33A6-1933-9495BDD6A273}"/>
              </a:ext>
            </a:extLst>
          </p:cNvPr>
          <p:cNvCxnSpPr>
            <a:cxnSpLocks/>
          </p:cNvCxnSpPr>
          <p:nvPr/>
        </p:nvCxnSpPr>
        <p:spPr>
          <a:xfrm>
            <a:off x="7738132" y="2931172"/>
            <a:ext cx="0" cy="30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D135454-9D0B-63AB-285D-5527AE293755}"/>
              </a:ext>
            </a:extLst>
          </p:cNvPr>
          <p:cNvCxnSpPr>
            <a:cxnSpLocks/>
          </p:cNvCxnSpPr>
          <p:nvPr/>
        </p:nvCxnSpPr>
        <p:spPr>
          <a:xfrm>
            <a:off x="7709960" y="4078224"/>
            <a:ext cx="0" cy="30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67CAB90-4986-2396-F669-E8B385AC17F6}"/>
              </a:ext>
            </a:extLst>
          </p:cNvPr>
          <p:cNvCxnSpPr>
            <a:cxnSpLocks/>
          </p:cNvCxnSpPr>
          <p:nvPr/>
        </p:nvCxnSpPr>
        <p:spPr>
          <a:xfrm>
            <a:off x="7709960" y="5224271"/>
            <a:ext cx="0" cy="30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8799958-8834-D7F1-57B9-ECFA83BED28F}"/>
              </a:ext>
            </a:extLst>
          </p:cNvPr>
          <p:cNvCxnSpPr>
            <a:cxnSpLocks/>
          </p:cNvCxnSpPr>
          <p:nvPr/>
        </p:nvCxnSpPr>
        <p:spPr>
          <a:xfrm>
            <a:off x="4379236" y="2946412"/>
            <a:ext cx="0" cy="30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3F8CE89-27F8-62AD-6219-27F2E2F58A2E}"/>
              </a:ext>
            </a:extLst>
          </p:cNvPr>
          <p:cNvSpPr/>
          <p:nvPr/>
        </p:nvSpPr>
        <p:spPr>
          <a:xfrm>
            <a:off x="5308368" y="3291840"/>
            <a:ext cx="1360424" cy="7863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RAG</a:t>
            </a:r>
          </a:p>
          <a:p>
            <a:pPr algn="ctr"/>
            <a:r>
              <a:rPr lang="en-IN" sz="1600" dirty="0"/>
              <a:t>+</a:t>
            </a:r>
          </a:p>
          <a:p>
            <a:pPr algn="ctr"/>
            <a:r>
              <a:rPr lang="en-IN" sz="1600" dirty="0"/>
              <a:t>Web Search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87D88BA-8EE7-74B8-2FE9-6A2D04CB779F}"/>
              </a:ext>
            </a:extLst>
          </p:cNvPr>
          <p:cNvSpPr/>
          <p:nvPr/>
        </p:nvSpPr>
        <p:spPr>
          <a:xfrm>
            <a:off x="5308368" y="4419599"/>
            <a:ext cx="1360424" cy="7863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Final Output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48D34CA-CE92-BF8C-2A1D-50CC5B599C2E}"/>
              </a:ext>
            </a:extLst>
          </p:cNvPr>
          <p:cNvCxnSpPr>
            <a:cxnSpLocks/>
          </p:cNvCxnSpPr>
          <p:nvPr/>
        </p:nvCxnSpPr>
        <p:spPr>
          <a:xfrm>
            <a:off x="5996984" y="4078224"/>
            <a:ext cx="0" cy="30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CECC6FC-F964-537D-CBE6-41E1E7FC8905}"/>
              </a:ext>
            </a:extLst>
          </p:cNvPr>
          <p:cNvCxnSpPr>
            <a:cxnSpLocks/>
          </p:cNvCxnSpPr>
          <p:nvPr/>
        </p:nvCxnSpPr>
        <p:spPr>
          <a:xfrm>
            <a:off x="6018552" y="2931172"/>
            <a:ext cx="0" cy="30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8501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E9F65-FA7C-425C-A062-92463D19C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2232" y="551031"/>
            <a:ext cx="5047488" cy="939441"/>
          </a:xfrm>
        </p:spPr>
        <p:txBody>
          <a:bodyPr>
            <a:normAutofit fontScale="90000"/>
          </a:bodyPr>
          <a:lstStyle/>
          <a:p>
            <a:r>
              <a:rPr lang="en-IN" dirty="0"/>
              <a:t>Self Reflective RAG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5ED27-DE92-9CD5-701D-3452DEF24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5609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445CC-BCDB-0F9B-C2D6-04679E12B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B111-A228-CCD8-F858-F48FC0D1D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2232" y="551031"/>
            <a:ext cx="5047488" cy="939441"/>
          </a:xfrm>
        </p:spPr>
        <p:txBody>
          <a:bodyPr>
            <a:normAutofit fontScale="90000"/>
          </a:bodyPr>
          <a:lstStyle/>
          <a:p>
            <a:r>
              <a:rPr lang="en-IN" dirty="0"/>
              <a:t>Self Reflective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784DD-C246-CD6C-0EE9-91190CEB6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8244" y="2130552"/>
            <a:ext cx="6423660" cy="2423160"/>
          </a:xfrm>
        </p:spPr>
        <p:txBody>
          <a:bodyPr anchor="t"/>
          <a:lstStyle/>
          <a:p>
            <a:r>
              <a:rPr lang="en-IN" b="1" dirty="0"/>
              <a:t>Why we need Self RAG ?</a:t>
            </a:r>
          </a:p>
          <a:p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B3179-067A-95B3-3CC8-79B8F173E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0956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DACB2-AF45-86F5-02B6-F1391BCDF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71A38-AADA-D499-51DB-1A38B8219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2232" y="551031"/>
            <a:ext cx="5047488" cy="939441"/>
          </a:xfrm>
        </p:spPr>
        <p:txBody>
          <a:bodyPr>
            <a:normAutofit fontScale="90000"/>
          </a:bodyPr>
          <a:lstStyle/>
          <a:p>
            <a:r>
              <a:rPr lang="en-IN" dirty="0"/>
              <a:t>Self Reflective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488E-F1DF-8406-CD30-3DBFDA0AC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8244" y="2130552"/>
            <a:ext cx="6423660" cy="2423160"/>
          </a:xfrm>
        </p:spPr>
        <p:txBody>
          <a:bodyPr anchor="t"/>
          <a:lstStyle/>
          <a:p>
            <a:r>
              <a:rPr lang="en-IN" b="1" dirty="0"/>
              <a:t>Why we need Self RAG ?</a:t>
            </a:r>
          </a:p>
          <a:p>
            <a:r>
              <a:rPr lang="en-US" dirty="0"/>
              <a:t>1. Retrieval always happens with RAG</a:t>
            </a:r>
          </a:p>
          <a:p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4E00E-A2D6-089D-7DE0-7B15C746E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7882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01137-C5DC-6B36-9D96-A716AFA66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09F94-60CE-6A3D-C171-6AA5723F1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2232" y="551031"/>
            <a:ext cx="5047488" cy="939441"/>
          </a:xfrm>
        </p:spPr>
        <p:txBody>
          <a:bodyPr>
            <a:normAutofit fontScale="90000"/>
          </a:bodyPr>
          <a:lstStyle/>
          <a:p>
            <a:r>
              <a:rPr lang="en-IN" dirty="0"/>
              <a:t>Self Reflective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E0AB4-942C-2BE2-2DBF-F6FCF3E7E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8244" y="2130552"/>
            <a:ext cx="6423660" cy="2423160"/>
          </a:xfrm>
        </p:spPr>
        <p:txBody>
          <a:bodyPr anchor="t"/>
          <a:lstStyle/>
          <a:p>
            <a:r>
              <a:rPr lang="en-IN" b="1" dirty="0"/>
              <a:t>Why we need Self RAG ?</a:t>
            </a:r>
          </a:p>
          <a:p>
            <a:r>
              <a:rPr lang="en-US" dirty="0"/>
              <a:t>1. Retrieval always happens with RAG</a:t>
            </a:r>
          </a:p>
          <a:p>
            <a:r>
              <a:rPr lang="en-US" dirty="0"/>
              <a:t>2. No self-checking , RAG blindly trust on retrieved docs</a:t>
            </a:r>
          </a:p>
          <a:p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0E81F-C4C2-5C54-8923-AE61EDB83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2680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909EC-84D8-8DD2-C9EE-45DC450BD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F7359-54A5-5D4C-9554-8E480EB92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2232" y="551031"/>
            <a:ext cx="5047488" cy="939441"/>
          </a:xfrm>
        </p:spPr>
        <p:txBody>
          <a:bodyPr>
            <a:normAutofit fontScale="90000"/>
          </a:bodyPr>
          <a:lstStyle/>
          <a:p>
            <a:r>
              <a:rPr lang="en-IN" dirty="0"/>
              <a:t>Self Reflective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AAB3C-7B18-4746-D96C-05E45BF3C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8244" y="2130552"/>
            <a:ext cx="6423660" cy="2423160"/>
          </a:xfrm>
        </p:spPr>
        <p:txBody>
          <a:bodyPr anchor="t"/>
          <a:lstStyle/>
          <a:p>
            <a:r>
              <a:rPr lang="en-IN" b="1" dirty="0"/>
              <a:t>Why we need Self RAG ?</a:t>
            </a:r>
          </a:p>
          <a:p>
            <a:r>
              <a:rPr lang="en-US" dirty="0"/>
              <a:t>1. Retrieval always happens with RAG</a:t>
            </a:r>
          </a:p>
          <a:p>
            <a:r>
              <a:rPr lang="en-US" dirty="0"/>
              <a:t>2. No self-checking , RAG blindly trust on retrieved docs</a:t>
            </a:r>
          </a:p>
          <a:p>
            <a:r>
              <a:rPr lang="en-US" dirty="0"/>
              <a:t>3. Poor documents → Poor answers </a:t>
            </a:r>
          </a:p>
          <a:p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6EF0D-0768-61D5-E7D4-1D664832E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0081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02BE1-B106-55D2-387C-7D1DF2CD7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8ED6D-5873-3E31-A122-08F7A67B9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2232" y="551031"/>
            <a:ext cx="5047488" cy="939441"/>
          </a:xfrm>
        </p:spPr>
        <p:txBody>
          <a:bodyPr>
            <a:normAutofit fontScale="90000"/>
          </a:bodyPr>
          <a:lstStyle/>
          <a:p>
            <a:r>
              <a:rPr lang="en-IN" dirty="0"/>
              <a:t>Self Reflective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A01C1-04DA-F448-66B7-F37572073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8244" y="2130552"/>
            <a:ext cx="6423660" cy="2423160"/>
          </a:xfrm>
        </p:spPr>
        <p:txBody>
          <a:bodyPr anchor="t"/>
          <a:lstStyle/>
          <a:p>
            <a:r>
              <a:rPr lang="en-IN" b="1" dirty="0"/>
              <a:t>Why we need Self RAG ?</a:t>
            </a:r>
          </a:p>
          <a:p>
            <a:r>
              <a:rPr lang="en-US" dirty="0"/>
              <a:t>1. Retrieval always happens with RAG</a:t>
            </a:r>
          </a:p>
          <a:p>
            <a:r>
              <a:rPr lang="en-US" dirty="0"/>
              <a:t>2. No self-checking , RAG blindly trust on retrieved docs</a:t>
            </a:r>
          </a:p>
          <a:p>
            <a:r>
              <a:rPr lang="en-US" dirty="0"/>
              <a:t>3. Poor documents → Poor answers </a:t>
            </a:r>
          </a:p>
          <a:p>
            <a:r>
              <a:rPr lang="en-US" dirty="0"/>
              <a:t>4. No confidence awareness</a:t>
            </a:r>
            <a:endParaRPr lang="en-IN" b="1" dirty="0"/>
          </a:p>
          <a:p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15D0A-6AED-C04F-7764-D59C05DA5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3076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C1A39-946B-2732-58F3-6D717AD70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9E895-CD99-9022-2B8D-195609CE7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8752" y="624183"/>
            <a:ext cx="7080504" cy="939441"/>
          </a:xfrm>
        </p:spPr>
        <p:txBody>
          <a:bodyPr>
            <a:normAutofit fontScale="90000"/>
          </a:bodyPr>
          <a:lstStyle/>
          <a:p>
            <a:r>
              <a:rPr lang="en-IN" dirty="0"/>
              <a:t>What is Self Reflective RAG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B4586-ED54-8E64-EDF8-C44F4489D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2688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2FD71-4970-A1C7-FBB7-7C549F95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42885-11C7-D0B6-36D8-F577964A8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8752" y="624183"/>
            <a:ext cx="7080504" cy="939441"/>
          </a:xfrm>
        </p:spPr>
        <p:txBody>
          <a:bodyPr>
            <a:normAutofit fontScale="90000"/>
          </a:bodyPr>
          <a:lstStyle/>
          <a:p>
            <a:r>
              <a:rPr lang="en-IN" dirty="0"/>
              <a:t>What is Self Reflective RAG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049F9-AACE-F535-3232-9A1999FA4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36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923357-9B77-35B2-0F93-8CB99692198A}"/>
              </a:ext>
            </a:extLst>
          </p:cNvPr>
          <p:cNvSpPr txBox="1"/>
          <p:nvPr/>
        </p:nvSpPr>
        <p:spPr>
          <a:xfrm>
            <a:off x="2968752" y="1956816"/>
            <a:ext cx="6254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Self RAG is a system where the LLM evaluates its own answer and decide when to retrieve information.</a:t>
            </a:r>
          </a:p>
        </p:txBody>
      </p:sp>
    </p:spTree>
    <p:extLst>
      <p:ext uri="{BB962C8B-B14F-4D97-AF65-F5344CB8AC3E}">
        <p14:creationId xmlns:p14="http://schemas.microsoft.com/office/powerpoint/2010/main" val="32520204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2DE7B-B312-7705-9187-26341A5A5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C9191-95DB-C232-16CE-12D829C42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8752" y="624183"/>
            <a:ext cx="7080504" cy="939441"/>
          </a:xfrm>
        </p:spPr>
        <p:txBody>
          <a:bodyPr>
            <a:normAutofit fontScale="90000"/>
          </a:bodyPr>
          <a:lstStyle/>
          <a:p>
            <a:r>
              <a:rPr lang="en-IN" dirty="0"/>
              <a:t>What is Self Reflective RAG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BDEEE-CDF5-A0FD-07A3-B609C11BC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37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2C004D-31D0-254A-B30B-E8607FCA49E6}"/>
              </a:ext>
            </a:extLst>
          </p:cNvPr>
          <p:cNvSpPr txBox="1"/>
          <p:nvPr/>
        </p:nvSpPr>
        <p:spPr>
          <a:xfrm>
            <a:off x="2968752" y="1956816"/>
            <a:ext cx="62544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Self RAG is a system where the LLM evaluates its own answer and decide when to retrieve information.</a:t>
            </a:r>
          </a:p>
          <a:p>
            <a:endParaRPr lang="en-IN" dirty="0"/>
          </a:p>
          <a:p>
            <a:r>
              <a:rPr lang="en-IN" dirty="0"/>
              <a:t>The Model learn itself:</a:t>
            </a:r>
          </a:p>
          <a:p>
            <a:r>
              <a:rPr lang="en-IN" dirty="0"/>
              <a:t>     Do I need external knowledge ?</a:t>
            </a:r>
          </a:p>
        </p:txBody>
      </p:sp>
    </p:spTree>
    <p:extLst>
      <p:ext uri="{BB962C8B-B14F-4D97-AF65-F5344CB8AC3E}">
        <p14:creationId xmlns:p14="http://schemas.microsoft.com/office/powerpoint/2010/main" val="15287908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E83A3-E8A1-984E-8AA8-B467E6941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E4CD9-7152-2D8F-8D3B-7A1D10F07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8752" y="624183"/>
            <a:ext cx="7080504" cy="939441"/>
          </a:xfrm>
        </p:spPr>
        <p:txBody>
          <a:bodyPr>
            <a:normAutofit fontScale="90000"/>
          </a:bodyPr>
          <a:lstStyle/>
          <a:p>
            <a:r>
              <a:rPr lang="en-IN" dirty="0"/>
              <a:t>What is Self Reflective RAG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153C4-A788-BF52-3B5F-26485E131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38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3CAE1-AB50-F139-7933-B94710818BFF}"/>
              </a:ext>
            </a:extLst>
          </p:cNvPr>
          <p:cNvSpPr txBox="1"/>
          <p:nvPr/>
        </p:nvSpPr>
        <p:spPr>
          <a:xfrm>
            <a:off x="2968752" y="1956816"/>
            <a:ext cx="62544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Self RAG is a system where the LLM evaluates its own answer and decide when to retrieve information.</a:t>
            </a:r>
          </a:p>
          <a:p>
            <a:endParaRPr lang="en-IN" dirty="0"/>
          </a:p>
          <a:p>
            <a:r>
              <a:rPr lang="en-IN" dirty="0"/>
              <a:t>The Model learn itself:</a:t>
            </a:r>
          </a:p>
          <a:p>
            <a:r>
              <a:rPr lang="en-IN" dirty="0"/>
              <a:t>     Do I need external knowledge ?</a:t>
            </a:r>
          </a:p>
          <a:p>
            <a:r>
              <a:rPr lang="en-IN" dirty="0"/>
              <a:t>     Am I able to answer on the model parametric knowledge ?</a:t>
            </a:r>
          </a:p>
        </p:txBody>
      </p:sp>
    </p:spTree>
    <p:extLst>
      <p:ext uri="{BB962C8B-B14F-4D97-AF65-F5344CB8AC3E}">
        <p14:creationId xmlns:p14="http://schemas.microsoft.com/office/powerpoint/2010/main" val="31039890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A0EBD-3E7C-14C6-8078-BC38ED594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CF7B1-F17E-FE09-0126-58032B915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8752" y="624183"/>
            <a:ext cx="7080504" cy="939441"/>
          </a:xfrm>
        </p:spPr>
        <p:txBody>
          <a:bodyPr>
            <a:normAutofit fontScale="90000"/>
          </a:bodyPr>
          <a:lstStyle/>
          <a:p>
            <a:r>
              <a:rPr lang="en-IN" dirty="0"/>
              <a:t>What is Self Reflective RAG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55A4A-E502-946F-D8DB-F21C37237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39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59DD6C-C1C9-3C0A-23D0-0B4B935B1635}"/>
              </a:ext>
            </a:extLst>
          </p:cNvPr>
          <p:cNvSpPr txBox="1"/>
          <p:nvPr/>
        </p:nvSpPr>
        <p:spPr>
          <a:xfrm>
            <a:off x="2968752" y="1956816"/>
            <a:ext cx="62544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Self RAG is a system where the LLM evaluates its own answer and decide when to retrieve information.</a:t>
            </a:r>
          </a:p>
          <a:p>
            <a:endParaRPr lang="en-IN" dirty="0"/>
          </a:p>
          <a:p>
            <a:r>
              <a:rPr lang="en-IN" dirty="0"/>
              <a:t>The Model learn itself:</a:t>
            </a:r>
          </a:p>
          <a:p>
            <a:r>
              <a:rPr lang="en-IN" dirty="0"/>
              <a:t>     Do I need external knowledge ?</a:t>
            </a:r>
          </a:p>
          <a:p>
            <a:r>
              <a:rPr lang="en-IN" dirty="0"/>
              <a:t>     Am I able to answer on the model parametric knowledge 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782A33-D63E-BDF2-D8CB-22273EE01A16}"/>
              </a:ext>
            </a:extLst>
          </p:cNvPr>
          <p:cNvSpPr txBox="1"/>
          <p:nvPr/>
        </p:nvSpPr>
        <p:spPr>
          <a:xfrm>
            <a:off x="6885433" y="4463518"/>
            <a:ext cx="4325112" cy="523220"/>
          </a:xfrm>
          <a:prstGeom prst="rect">
            <a:avLst/>
          </a:prstGeom>
          <a:solidFill>
            <a:schemeClr val="accent3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The Process of answering using parametric knowledge of model is known as </a:t>
            </a:r>
            <a:r>
              <a:rPr lang="en-IN" sz="1400" b="1" dirty="0"/>
              <a:t>“Indiscriminate Retrieval”</a:t>
            </a:r>
          </a:p>
        </p:txBody>
      </p:sp>
    </p:spTree>
    <p:extLst>
      <p:ext uri="{BB962C8B-B14F-4D97-AF65-F5344CB8AC3E}">
        <p14:creationId xmlns:p14="http://schemas.microsoft.com/office/powerpoint/2010/main" val="26441261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82F2A-C31D-0A3D-D26A-8DAB81407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BBFFA-2012-97B3-9DD5-B1DA1AC52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8752" y="624183"/>
            <a:ext cx="7080504" cy="939441"/>
          </a:xfrm>
        </p:spPr>
        <p:txBody>
          <a:bodyPr>
            <a:normAutofit fontScale="90000"/>
          </a:bodyPr>
          <a:lstStyle/>
          <a:p>
            <a:r>
              <a:rPr lang="en-IN" dirty="0"/>
              <a:t>What is Self Reflective RAG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AAA33-031D-CA2C-E0AB-664076A8A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40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2641EE-2C28-A679-A38D-3BAAC9459D82}"/>
              </a:ext>
            </a:extLst>
          </p:cNvPr>
          <p:cNvSpPr txBox="1"/>
          <p:nvPr/>
        </p:nvSpPr>
        <p:spPr>
          <a:xfrm>
            <a:off x="2968752" y="1956816"/>
            <a:ext cx="62544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Self RAG is a system where the LLM evaluates its own answer and decide when to retrieve information.</a:t>
            </a:r>
          </a:p>
          <a:p>
            <a:endParaRPr lang="en-IN" dirty="0"/>
          </a:p>
          <a:p>
            <a:r>
              <a:rPr lang="en-IN" dirty="0"/>
              <a:t>The Model learn itself:</a:t>
            </a:r>
          </a:p>
          <a:p>
            <a:r>
              <a:rPr lang="en-IN" dirty="0"/>
              <a:t>     Do I need external knowledge ?</a:t>
            </a:r>
          </a:p>
          <a:p>
            <a:r>
              <a:rPr lang="en-IN" dirty="0"/>
              <a:t>     Am I able to answer on the model parametric knowledge ?</a:t>
            </a:r>
          </a:p>
          <a:p>
            <a:r>
              <a:rPr lang="en-IN" dirty="0"/>
              <a:t>     Is my answer correct ?</a:t>
            </a:r>
          </a:p>
          <a:p>
            <a:r>
              <a:rPr lang="en-IN" dirty="0"/>
              <a:t>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9CB48A-7A7E-FAD1-F408-D7A98ADA4088}"/>
              </a:ext>
            </a:extLst>
          </p:cNvPr>
          <p:cNvSpPr txBox="1"/>
          <p:nvPr/>
        </p:nvSpPr>
        <p:spPr>
          <a:xfrm>
            <a:off x="6885433" y="4463518"/>
            <a:ext cx="4325112" cy="523220"/>
          </a:xfrm>
          <a:prstGeom prst="rect">
            <a:avLst/>
          </a:prstGeom>
          <a:solidFill>
            <a:schemeClr val="accent3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The Process of answering using parametric knowledge of model is known as </a:t>
            </a:r>
            <a:r>
              <a:rPr lang="en-IN" sz="1400" b="1" dirty="0"/>
              <a:t>“Indiscriminate Retrieval”</a:t>
            </a:r>
          </a:p>
        </p:txBody>
      </p:sp>
    </p:spTree>
    <p:extLst>
      <p:ext uri="{BB962C8B-B14F-4D97-AF65-F5344CB8AC3E}">
        <p14:creationId xmlns:p14="http://schemas.microsoft.com/office/powerpoint/2010/main" val="32647736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764C7-141B-926C-64B1-228EF9757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5B32E-C719-A81F-CE6B-2119B99E7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8752" y="624183"/>
            <a:ext cx="7080504" cy="939441"/>
          </a:xfrm>
        </p:spPr>
        <p:txBody>
          <a:bodyPr>
            <a:normAutofit fontScale="90000"/>
          </a:bodyPr>
          <a:lstStyle/>
          <a:p>
            <a:r>
              <a:rPr lang="en-IN" dirty="0"/>
              <a:t>What is Self Reflective RAG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3BFE5-F12F-F2E0-DB75-45E8E28B6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41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6B1F99-5620-675F-A788-BD655DD6AB44}"/>
              </a:ext>
            </a:extLst>
          </p:cNvPr>
          <p:cNvSpPr txBox="1"/>
          <p:nvPr/>
        </p:nvSpPr>
        <p:spPr>
          <a:xfrm>
            <a:off x="2968752" y="1956816"/>
            <a:ext cx="62544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Self RAG is a system where the LLM evaluates its own answer and decide when to retrieve information.</a:t>
            </a:r>
          </a:p>
          <a:p>
            <a:endParaRPr lang="en-IN" dirty="0"/>
          </a:p>
          <a:p>
            <a:r>
              <a:rPr lang="en-IN" dirty="0"/>
              <a:t>The Model learn itself:</a:t>
            </a:r>
          </a:p>
          <a:p>
            <a:r>
              <a:rPr lang="en-IN" dirty="0"/>
              <a:t>     Do I need external knowledge ?</a:t>
            </a:r>
          </a:p>
          <a:p>
            <a:r>
              <a:rPr lang="en-IN" dirty="0"/>
              <a:t>     Am I able to answer on the model parametric knowledge ?</a:t>
            </a:r>
          </a:p>
          <a:p>
            <a:r>
              <a:rPr lang="en-IN" dirty="0"/>
              <a:t>     Is my answer correct ?</a:t>
            </a:r>
          </a:p>
          <a:p>
            <a:r>
              <a:rPr lang="en-IN" dirty="0"/>
              <a:t>     Should I retrieve more docs 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AE27A4-86CA-E0BC-7DA1-FE196CAF9641}"/>
              </a:ext>
            </a:extLst>
          </p:cNvPr>
          <p:cNvSpPr txBox="1"/>
          <p:nvPr/>
        </p:nvSpPr>
        <p:spPr>
          <a:xfrm>
            <a:off x="6885433" y="4463518"/>
            <a:ext cx="4325112" cy="523220"/>
          </a:xfrm>
          <a:prstGeom prst="rect">
            <a:avLst/>
          </a:prstGeom>
          <a:solidFill>
            <a:schemeClr val="accent3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The Process of answering using parametric knowledge of model is known as </a:t>
            </a:r>
            <a:r>
              <a:rPr lang="en-IN" sz="1400" b="1" dirty="0"/>
              <a:t>“Indiscriminate Retrieval”</a:t>
            </a:r>
          </a:p>
        </p:txBody>
      </p:sp>
    </p:spTree>
    <p:extLst>
      <p:ext uri="{BB962C8B-B14F-4D97-AF65-F5344CB8AC3E}">
        <p14:creationId xmlns:p14="http://schemas.microsoft.com/office/powerpoint/2010/main" val="3044628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6504554-E397-138B-2CB5-A734EAC08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504" y="265176"/>
            <a:ext cx="5870448" cy="722376"/>
          </a:xfrm>
        </p:spPr>
        <p:txBody>
          <a:bodyPr/>
          <a:lstStyle/>
          <a:p>
            <a:r>
              <a:rPr lang="en-IN" dirty="0"/>
              <a:t>Workflow of Self RAG 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16915FC-ACA1-9299-AD76-501707478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0231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EF81B-63C7-1F0F-2428-BD9F3364A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A5346E2-E706-2116-82A2-61A03EA21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504" y="265176"/>
            <a:ext cx="5870448" cy="722376"/>
          </a:xfrm>
        </p:spPr>
        <p:txBody>
          <a:bodyPr/>
          <a:lstStyle/>
          <a:p>
            <a:r>
              <a:rPr lang="en-IN" dirty="0"/>
              <a:t>Workflow of Self RAG 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19B999C-C602-6A68-286F-CA73AB9F2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t>43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B4C18DF-AE4B-6EE9-997A-250E866F6CCD}"/>
              </a:ext>
            </a:extLst>
          </p:cNvPr>
          <p:cNvSpPr/>
          <p:nvPr/>
        </p:nvSpPr>
        <p:spPr>
          <a:xfrm>
            <a:off x="5448808" y="1183869"/>
            <a:ext cx="948944" cy="2651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Query</a:t>
            </a:r>
          </a:p>
        </p:txBody>
      </p:sp>
    </p:spTree>
    <p:extLst>
      <p:ext uri="{BB962C8B-B14F-4D97-AF65-F5344CB8AC3E}">
        <p14:creationId xmlns:p14="http://schemas.microsoft.com/office/powerpoint/2010/main" val="37475809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3875F-ACD1-02F7-720D-26A5A6D7D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914854F-0DB5-E226-AD30-F928325A6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504" y="265176"/>
            <a:ext cx="5870448" cy="722376"/>
          </a:xfrm>
        </p:spPr>
        <p:txBody>
          <a:bodyPr/>
          <a:lstStyle/>
          <a:p>
            <a:r>
              <a:rPr lang="en-IN" dirty="0"/>
              <a:t>Workflow of Self RAG 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2350A87-D4D4-12E8-5406-3B39E933D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t>44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908EE20-F6FA-8EBA-E4F0-B53AACEAEC71}"/>
              </a:ext>
            </a:extLst>
          </p:cNvPr>
          <p:cNvSpPr/>
          <p:nvPr/>
        </p:nvSpPr>
        <p:spPr>
          <a:xfrm>
            <a:off x="5448808" y="1183869"/>
            <a:ext cx="948944" cy="2651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Query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DFF3C76-A739-DA37-378A-543F7D5BE54A}"/>
              </a:ext>
            </a:extLst>
          </p:cNvPr>
          <p:cNvSpPr/>
          <p:nvPr/>
        </p:nvSpPr>
        <p:spPr>
          <a:xfrm>
            <a:off x="5448808" y="1818615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Decide </a:t>
            </a:r>
          </a:p>
          <a:p>
            <a:pPr algn="ctr"/>
            <a:r>
              <a:rPr lang="en-IN" sz="1200" dirty="0"/>
              <a:t>Retrieval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3FDE92C-C359-D359-CC8F-C62C46F39E8C}"/>
              </a:ext>
            </a:extLst>
          </p:cNvPr>
          <p:cNvSpPr/>
          <p:nvPr/>
        </p:nvSpPr>
        <p:spPr>
          <a:xfrm>
            <a:off x="7463537" y="2457450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Generate Direct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0EE2447-D373-74DD-594B-C9A1FA6CA49B}"/>
              </a:ext>
            </a:extLst>
          </p:cNvPr>
          <p:cNvSpPr/>
          <p:nvPr/>
        </p:nvSpPr>
        <p:spPr>
          <a:xfrm>
            <a:off x="3779521" y="2457450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Retrieve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B7C27F4-670A-4188-5280-F5F6180B4E6B}"/>
              </a:ext>
            </a:extLst>
          </p:cNvPr>
          <p:cNvCxnSpPr>
            <a:cxnSpLocks/>
          </p:cNvCxnSpPr>
          <p:nvPr/>
        </p:nvCxnSpPr>
        <p:spPr>
          <a:xfrm>
            <a:off x="5923280" y="1449045"/>
            <a:ext cx="0" cy="30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12A09CA-BBEB-68A7-8236-971D831ABFF7}"/>
              </a:ext>
            </a:extLst>
          </p:cNvPr>
          <p:cNvCxnSpPr>
            <a:cxnSpLocks/>
          </p:cNvCxnSpPr>
          <p:nvPr/>
        </p:nvCxnSpPr>
        <p:spPr>
          <a:xfrm>
            <a:off x="6397752" y="2152371"/>
            <a:ext cx="1065785" cy="305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1A1D98E-F5FF-7F18-B212-4230ADEAFBFE}"/>
              </a:ext>
            </a:extLst>
          </p:cNvPr>
          <p:cNvCxnSpPr>
            <a:cxnSpLocks/>
          </p:cNvCxnSpPr>
          <p:nvPr/>
        </p:nvCxnSpPr>
        <p:spPr>
          <a:xfrm flipH="1">
            <a:off x="4728465" y="2152371"/>
            <a:ext cx="720343" cy="305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C22C3323-CDC9-55E6-2F40-BABD9FFD9FFD}"/>
              </a:ext>
            </a:extLst>
          </p:cNvPr>
          <p:cNvSpPr txBox="1"/>
          <p:nvPr/>
        </p:nvSpPr>
        <p:spPr>
          <a:xfrm>
            <a:off x="6778989" y="2073072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NO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C012B94-043A-B73F-BFFF-9806E39C3051}"/>
              </a:ext>
            </a:extLst>
          </p:cNvPr>
          <p:cNvSpPr txBox="1"/>
          <p:nvPr/>
        </p:nvSpPr>
        <p:spPr>
          <a:xfrm>
            <a:off x="4870195" y="2056829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16109007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909B8-2B51-ADC5-4765-8AB3CC647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2A5839-DC43-09D9-1E07-D6B710219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504" y="265176"/>
            <a:ext cx="5870448" cy="722376"/>
          </a:xfrm>
        </p:spPr>
        <p:txBody>
          <a:bodyPr/>
          <a:lstStyle/>
          <a:p>
            <a:r>
              <a:rPr lang="en-IN" dirty="0"/>
              <a:t>Workflow of Self RAG 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793F134-D050-CBE9-D652-FB390CF3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t>45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B290CC4-48A5-5C0D-6398-B14CA8094004}"/>
              </a:ext>
            </a:extLst>
          </p:cNvPr>
          <p:cNvSpPr/>
          <p:nvPr/>
        </p:nvSpPr>
        <p:spPr>
          <a:xfrm>
            <a:off x="5448808" y="1183869"/>
            <a:ext cx="948944" cy="2651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Query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D148054-FFAC-2808-A11B-5351A2A81997}"/>
              </a:ext>
            </a:extLst>
          </p:cNvPr>
          <p:cNvSpPr/>
          <p:nvPr/>
        </p:nvSpPr>
        <p:spPr>
          <a:xfrm>
            <a:off x="5448808" y="1818615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Decide </a:t>
            </a:r>
          </a:p>
          <a:p>
            <a:pPr algn="ctr"/>
            <a:r>
              <a:rPr lang="en-IN" sz="1200" dirty="0"/>
              <a:t>Retrieval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205643-36D5-6849-8074-BDE3C636A964}"/>
              </a:ext>
            </a:extLst>
          </p:cNvPr>
          <p:cNvSpPr/>
          <p:nvPr/>
        </p:nvSpPr>
        <p:spPr>
          <a:xfrm>
            <a:off x="7463537" y="2457450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Generate Direct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B6DE1AB-0E88-9152-EFA2-78DE97B31C1B}"/>
              </a:ext>
            </a:extLst>
          </p:cNvPr>
          <p:cNvSpPr/>
          <p:nvPr/>
        </p:nvSpPr>
        <p:spPr>
          <a:xfrm>
            <a:off x="3779521" y="2457450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Retrieve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5CC10BB-D1DE-D0D3-CA50-1D95148B9ACE}"/>
              </a:ext>
            </a:extLst>
          </p:cNvPr>
          <p:cNvCxnSpPr>
            <a:cxnSpLocks/>
          </p:cNvCxnSpPr>
          <p:nvPr/>
        </p:nvCxnSpPr>
        <p:spPr>
          <a:xfrm>
            <a:off x="5923280" y="1449045"/>
            <a:ext cx="0" cy="30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598D032-2D6C-6D14-5714-55F2BD789ACB}"/>
              </a:ext>
            </a:extLst>
          </p:cNvPr>
          <p:cNvCxnSpPr>
            <a:cxnSpLocks/>
          </p:cNvCxnSpPr>
          <p:nvPr/>
        </p:nvCxnSpPr>
        <p:spPr>
          <a:xfrm>
            <a:off x="6397752" y="2152371"/>
            <a:ext cx="1065785" cy="305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B4C8B11-EDBA-0F8C-BF6A-D5D25F7267BD}"/>
              </a:ext>
            </a:extLst>
          </p:cNvPr>
          <p:cNvCxnSpPr>
            <a:cxnSpLocks/>
          </p:cNvCxnSpPr>
          <p:nvPr/>
        </p:nvCxnSpPr>
        <p:spPr>
          <a:xfrm flipH="1">
            <a:off x="4728465" y="2152371"/>
            <a:ext cx="720343" cy="305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B823D8E-D43D-6031-9C48-72471DC318FB}"/>
              </a:ext>
            </a:extLst>
          </p:cNvPr>
          <p:cNvSpPr txBox="1"/>
          <p:nvPr/>
        </p:nvSpPr>
        <p:spPr>
          <a:xfrm>
            <a:off x="6778989" y="2073072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NO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5646025-D22F-5902-C5C1-4F8A9F4A5262}"/>
              </a:ext>
            </a:extLst>
          </p:cNvPr>
          <p:cNvSpPr txBox="1"/>
          <p:nvPr/>
        </p:nvSpPr>
        <p:spPr>
          <a:xfrm>
            <a:off x="4870195" y="2056829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YES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135D524-542A-1016-5786-D12E2ADE6BF4}"/>
              </a:ext>
            </a:extLst>
          </p:cNvPr>
          <p:cNvSpPr txBox="1"/>
          <p:nvPr/>
        </p:nvSpPr>
        <p:spPr>
          <a:xfrm>
            <a:off x="6930644" y="1599400"/>
            <a:ext cx="1481829" cy="261610"/>
          </a:xfrm>
          <a:prstGeom prst="rect">
            <a:avLst/>
          </a:prstGeom>
          <a:solidFill>
            <a:schemeClr val="accent3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100" dirty="0"/>
              <a:t>What is Paid Leave ?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37068A6-38AF-85C9-D945-A260759BDA56}"/>
              </a:ext>
            </a:extLst>
          </p:cNvPr>
          <p:cNvSpPr txBox="1"/>
          <p:nvPr/>
        </p:nvSpPr>
        <p:spPr>
          <a:xfrm>
            <a:off x="3082061" y="1593405"/>
            <a:ext cx="1863066" cy="261610"/>
          </a:xfrm>
          <a:prstGeom prst="rect">
            <a:avLst/>
          </a:prstGeom>
          <a:solidFill>
            <a:schemeClr val="accent3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100" dirty="0"/>
              <a:t>Leave Policy of Info Origin</a:t>
            </a:r>
          </a:p>
        </p:txBody>
      </p:sp>
    </p:spTree>
    <p:extLst>
      <p:ext uri="{BB962C8B-B14F-4D97-AF65-F5344CB8AC3E}">
        <p14:creationId xmlns:p14="http://schemas.microsoft.com/office/powerpoint/2010/main" val="42421848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C04C2-C28A-E900-D56A-1E5CC59AB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D76D603-9CD0-E843-F1EB-C6F3FC3D2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504" y="265176"/>
            <a:ext cx="5870448" cy="722376"/>
          </a:xfrm>
        </p:spPr>
        <p:txBody>
          <a:bodyPr/>
          <a:lstStyle/>
          <a:p>
            <a:r>
              <a:rPr lang="en-IN" dirty="0"/>
              <a:t>Workflow of Self RAG 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678CB71-9035-E475-E145-FFFB633C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t>46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90096CD-B548-3B20-7FAA-DB295966EB3C}"/>
              </a:ext>
            </a:extLst>
          </p:cNvPr>
          <p:cNvSpPr/>
          <p:nvPr/>
        </p:nvSpPr>
        <p:spPr>
          <a:xfrm>
            <a:off x="5448808" y="1183869"/>
            <a:ext cx="948944" cy="2651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Query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C11E7D-2D86-C068-1EF8-A791B1A9FEC7}"/>
              </a:ext>
            </a:extLst>
          </p:cNvPr>
          <p:cNvSpPr/>
          <p:nvPr/>
        </p:nvSpPr>
        <p:spPr>
          <a:xfrm>
            <a:off x="5448808" y="1818615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Decide </a:t>
            </a:r>
          </a:p>
          <a:p>
            <a:pPr algn="ctr"/>
            <a:r>
              <a:rPr lang="en-IN" sz="1200" dirty="0"/>
              <a:t>Retrieval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7896F07-674D-DD6D-22BF-79B139225396}"/>
              </a:ext>
            </a:extLst>
          </p:cNvPr>
          <p:cNvSpPr/>
          <p:nvPr/>
        </p:nvSpPr>
        <p:spPr>
          <a:xfrm>
            <a:off x="7463537" y="2457450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Generate Direct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D482881-5535-6A71-3C84-8A74E41BB3C5}"/>
              </a:ext>
            </a:extLst>
          </p:cNvPr>
          <p:cNvSpPr/>
          <p:nvPr/>
        </p:nvSpPr>
        <p:spPr>
          <a:xfrm>
            <a:off x="3779521" y="2457450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Retrieve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8F9BC6A-D30E-E55D-8885-ECC53ABECAA3}"/>
              </a:ext>
            </a:extLst>
          </p:cNvPr>
          <p:cNvSpPr/>
          <p:nvPr/>
        </p:nvSpPr>
        <p:spPr>
          <a:xfrm>
            <a:off x="5543799" y="6216154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END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57D6D9D-BACC-C768-C30E-C9463E76A89C}"/>
              </a:ext>
            </a:extLst>
          </p:cNvPr>
          <p:cNvCxnSpPr>
            <a:cxnSpLocks/>
          </p:cNvCxnSpPr>
          <p:nvPr/>
        </p:nvCxnSpPr>
        <p:spPr>
          <a:xfrm>
            <a:off x="5923280" y="1449045"/>
            <a:ext cx="0" cy="30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540EB36-62C3-4B7B-5BD4-6DBBFAE0157E}"/>
              </a:ext>
            </a:extLst>
          </p:cNvPr>
          <p:cNvCxnSpPr>
            <a:cxnSpLocks/>
          </p:cNvCxnSpPr>
          <p:nvPr/>
        </p:nvCxnSpPr>
        <p:spPr>
          <a:xfrm>
            <a:off x="6397752" y="2152371"/>
            <a:ext cx="1065785" cy="305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C0FFA03-7F52-7E59-634F-B87A35929695}"/>
              </a:ext>
            </a:extLst>
          </p:cNvPr>
          <p:cNvCxnSpPr>
            <a:cxnSpLocks/>
          </p:cNvCxnSpPr>
          <p:nvPr/>
        </p:nvCxnSpPr>
        <p:spPr>
          <a:xfrm flipH="1">
            <a:off x="4728465" y="2152371"/>
            <a:ext cx="720343" cy="305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A831E5D9-FFDD-655E-AC84-B99941EF11C2}"/>
              </a:ext>
            </a:extLst>
          </p:cNvPr>
          <p:cNvSpPr txBox="1"/>
          <p:nvPr/>
        </p:nvSpPr>
        <p:spPr>
          <a:xfrm>
            <a:off x="6778989" y="2073072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NO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83659E8-BFD4-90D3-5559-551E493E67DE}"/>
              </a:ext>
            </a:extLst>
          </p:cNvPr>
          <p:cNvSpPr txBox="1"/>
          <p:nvPr/>
        </p:nvSpPr>
        <p:spPr>
          <a:xfrm>
            <a:off x="4870195" y="2056829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YES</a:t>
            </a:r>
          </a:p>
        </p:txBody>
      </p:sp>
      <p:cxnSp>
        <p:nvCxnSpPr>
          <p:cNvPr id="50" name="Connector: Curved 49">
            <a:extLst>
              <a:ext uri="{FF2B5EF4-FFF2-40B4-BE49-F238E27FC236}">
                <a16:creationId xmlns:a16="http://schemas.microsoft.com/office/drawing/2014/main" id="{399024F7-5365-3521-4608-6616C2F61289}"/>
              </a:ext>
            </a:extLst>
          </p:cNvPr>
          <p:cNvCxnSpPr>
            <a:cxnSpLocks/>
            <a:endCxn id="16" idx="3"/>
          </p:cNvCxnSpPr>
          <p:nvPr/>
        </p:nvCxnSpPr>
        <p:spPr>
          <a:xfrm rot="5400000">
            <a:off x="5522583" y="3817755"/>
            <a:ext cx="3535438" cy="159511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AB055E26-B1C2-2BB6-97C0-69643B85508A}"/>
              </a:ext>
            </a:extLst>
          </p:cNvPr>
          <p:cNvSpPr txBox="1"/>
          <p:nvPr/>
        </p:nvSpPr>
        <p:spPr>
          <a:xfrm>
            <a:off x="6930644" y="1599400"/>
            <a:ext cx="1481829" cy="261610"/>
          </a:xfrm>
          <a:prstGeom prst="rect">
            <a:avLst/>
          </a:prstGeom>
          <a:solidFill>
            <a:schemeClr val="accent3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100" dirty="0"/>
              <a:t>What is Paid Leave ?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15E671D-806E-9E35-1E5F-E068364F4E14}"/>
              </a:ext>
            </a:extLst>
          </p:cNvPr>
          <p:cNvSpPr txBox="1"/>
          <p:nvPr/>
        </p:nvSpPr>
        <p:spPr>
          <a:xfrm>
            <a:off x="3082061" y="1593405"/>
            <a:ext cx="1863066" cy="261610"/>
          </a:xfrm>
          <a:prstGeom prst="rect">
            <a:avLst/>
          </a:prstGeom>
          <a:solidFill>
            <a:schemeClr val="accent3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100" dirty="0"/>
              <a:t>Leave Policy of Info Origin</a:t>
            </a:r>
          </a:p>
        </p:txBody>
      </p:sp>
    </p:spTree>
    <p:extLst>
      <p:ext uri="{BB962C8B-B14F-4D97-AF65-F5344CB8AC3E}">
        <p14:creationId xmlns:p14="http://schemas.microsoft.com/office/powerpoint/2010/main" val="28177344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94978-3E6E-1C26-8A74-5B1E830C4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EEED53F-0639-CEBA-FADF-15FEAB97C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504" y="265176"/>
            <a:ext cx="5870448" cy="722376"/>
          </a:xfrm>
        </p:spPr>
        <p:txBody>
          <a:bodyPr/>
          <a:lstStyle/>
          <a:p>
            <a:r>
              <a:rPr lang="en-IN" dirty="0"/>
              <a:t>Workflow of Self RAG 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ECE3876-9581-8979-D025-09AA391A2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t>47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A933DF-9FB0-F428-16C6-A187AD850D66}"/>
              </a:ext>
            </a:extLst>
          </p:cNvPr>
          <p:cNvSpPr/>
          <p:nvPr/>
        </p:nvSpPr>
        <p:spPr>
          <a:xfrm>
            <a:off x="5448808" y="1183869"/>
            <a:ext cx="948944" cy="2651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Query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F5FDB2A-D402-0E6F-7D2C-D6B64AED6D5C}"/>
              </a:ext>
            </a:extLst>
          </p:cNvPr>
          <p:cNvSpPr/>
          <p:nvPr/>
        </p:nvSpPr>
        <p:spPr>
          <a:xfrm>
            <a:off x="5448808" y="1818615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Decide </a:t>
            </a:r>
          </a:p>
          <a:p>
            <a:pPr algn="ctr"/>
            <a:r>
              <a:rPr lang="en-IN" sz="1200" dirty="0"/>
              <a:t>Retrieval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A8565B5-132E-FC1C-585B-8DC8DB8E7978}"/>
              </a:ext>
            </a:extLst>
          </p:cNvPr>
          <p:cNvSpPr/>
          <p:nvPr/>
        </p:nvSpPr>
        <p:spPr>
          <a:xfrm>
            <a:off x="7463537" y="2457450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Generate Direct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6127CBE-F120-9EBD-FB45-3ED738D95FEC}"/>
              </a:ext>
            </a:extLst>
          </p:cNvPr>
          <p:cNvSpPr/>
          <p:nvPr/>
        </p:nvSpPr>
        <p:spPr>
          <a:xfrm>
            <a:off x="3779521" y="2457450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Retrieve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E75D2A-C5F4-AE9B-0FF6-DFBD0B405D79}"/>
              </a:ext>
            </a:extLst>
          </p:cNvPr>
          <p:cNvSpPr/>
          <p:nvPr/>
        </p:nvSpPr>
        <p:spPr>
          <a:xfrm>
            <a:off x="3779521" y="3262122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Relevant ?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32506AA-0E97-B538-2ED8-CB0289DC3843}"/>
              </a:ext>
            </a:extLst>
          </p:cNvPr>
          <p:cNvSpPr/>
          <p:nvPr/>
        </p:nvSpPr>
        <p:spPr>
          <a:xfrm>
            <a:off x="5543799" y="6216154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END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A3E597-295C-9DB0-6FC3-CDB18D5F4DF1}"/>
              </a:ext>
            </a:extLst>
          </p:cNvPr>
          <p:cNvCxnSpPr>
            <a:cxnSpLocks/>
          </p:cNvCxnSpPr>
          <p:nvPr/>
        </p:nvCxnSpPr>
        <p:spPr>
          <a:xfrm>
            <a:off x="5923280" y="1449045"/>
            <a:ext cx="0" cy="30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431493A-4DD5-5F17-572C-5E34363FDD1D}"/>
              </a:ext>
            </a:extLst>
          </p:cNvPr>
          <p:cNvCxnSpPr>
            <a:cxnSpLocks/>
          </p:cNvCxnSpPr>
          <p:nvPr/>
        </p:nvCxnSpPr>
        <p:spPr>
          <a:xfrm>
            <a:off x="6397752" y="2152371"/>
            <a:ext cx="1065785" cy="305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0DE8581-9E12-94B5-474C-B5C42567BD66}"/>
              </a:ext>
            </a:extLst>
          </p:cNvPr>
          <p:cNvCxnSpPr>
            <a:cxnSpLocks/>
          </p:cNvCxnSpPr>
          <p:nvPr/>
        </p:nvCxnSpPr>
        <p:spPr>
          <a:xfrm>
            <a:off x="4246881" y="2791206"/>
            <a:ext cx="0" cy="381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3D59ECA-083B-0740-FA31-CA44F48902C5}"/>
              </a:ext>
            </a:extLst>
          </p:cNvPr>
          <p:cNvCxnSpPr>
            <a:cxnSpLocks/>
          </p:cNvCxnSpPr>
          <p:nvPr/>
        </p:nvCxnSpPr>
        <p:spPr>
          <a:xfrm flipH="1">
            <a:off x="4728465" y="2152371"/>
            <a:ext cx="720343" cy="305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9AE429D-0485-A7AD-80B5-8F285DECC1CC}"/>
              </a:ext>
            </a:extLst>
          </p:cNvPr>
          <p:cNvCxnSpPr>
            <a:cxnSpLocks/>
          </p:cNvCxnSpPr>
          <p:nvPr/>
        </p:nvCxnSpPr>
        <p:spPr>
          <a:xfrm>
            <a:off x="4728465" y="3607066"/>
            <a:ext cx="815334" cy="459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FE65B7D-A27D-9DF9-9C94-1F09FF05A3F6}"/>
              </a:ext>
            </a:extLst>
          </p:cNvPr>
          <p:cNvSpPr txBox="1"/>
          <p:nvPr/>
        </p:nvSpPr>
        <p:spPr>
          <a:xfrm>
            <a:off x="6778989" y="2073072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NO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E0ED962-95EE-41A0-DE58-114A2BAF32BB}"/>
              </a:ext>
            </a:extLst>
          </p:cNvPr>
          <p:cNvSpPr txBox="1"/>
          <p:nvPr/>
        </p:nvSpPr>
        <p:spPr>
          <a:xfrm>
            <a:off x="4870195" y="2056829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YES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AE92543-07F8-4417-C94A-C21D9FF852D4}"/>
              </a:ext>
            </a:extLst>
          </p:cNvPr>
          <p:cNvSpPr txBox="1"/>
          <p:nvPr/>
        </p:nvSpPr>
        <p:spPr>
          <a:xfrm>
            <a:off x="4955279" y="3533736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YES</a:t>
            </a:r>
          </a:p>
        </p:txBody>
      </p:sp>
      <p:cxnSp>
        <p:nvCxnSpPr>
          <p:cNvPr id="50" name="Connector: Curved 49">
            <a:extLst>
              <a:ext uri="{FF2B5EF4-FFF2-40B4-BE49-F238E27FC236}">
                <a16:creationId xmlns:a16="http://schemas.microsoft.com/office/drawing/2014/main" id="{D3C3FE1C-74C6-672D-4C9F-B10C33E4A4C5}"/>
              </a:ext>
            </a:extLst>
          </p:cNvPr>
          <p:cNvCxnSpPr>
            <a:cxnSpLocks/>
            <a:endCxn id="16" idx="3"/>
          </p:cNvCxnSpPr>
          <p:nvPr/>
        </p:nvCxnSpPr>
        <p:spPr>
          <a:xfrm rot="5400000">
            <a:off x="5522583" y="3817755"/>
            <a:ext cx="3535438" cy="159511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1433ED4C-3145-B65D-4EAE-A285C4FBB2E3}"/>
              </a:ext>
            </a:extLst>
          </p:cNvPr>
          <p:cNvSpPr txBox="1"/>
          <p:nvPr/>
        </p:nvSpPr>
        <p:spPr>
          <a:xfrm>
            <a:off x="6930644" y="1599400"/>
            <a:ext cx="1481829" cy="261610"/>
          </a:xfrm>
          <a:prstGeom prst="rect">
            <a:avLst/>
          </a:prstGeom>
          <a:solidFill>
            <a:schemeClr val="accent3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100" dirty="0"/>
              <a:t>What is Paid Leave ?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BDAB3E-D5A4-406E-6D52-912919B1E63E}"/>
              </a:ext>
            </a:extLst>
          </p:cNvPr>
          <p:cNvSpPr txBox="1"/>
          <p:nvPr/>
        </p:nvSpPr>
        <p:spPr>
          <a:xfrm>
            <a:off x="3082061" y="1593405"/>
            <a:ext cx="1863066" cy="261610"/>
          </a:xfrm>
          <a:prstGeom prst="rect">
            <a:avLst/>
          </a:prstGeom>
          <a:solidFill>
            <a:schemeClr val="accent3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100" dirty="0"/>
              <a:t>Leave Policy of Info Origin</a:t>
            </a:r>
          </a:p>
        </p:txBody>
      </p:sp>
    </p:spTree>
    <p:extLst>
      <p:ext uri="{BB962C8B-B14F-4D97-AF65-F5344CB8AC3E}">
        <p14:creationId xmlns:p14="http://schemas.microsoft.com/office/powerpoint/2010/main" val="1482435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8694D-36ED-67EB-D97B-5DBBC790C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2AC4F85-84CD-5E2E-F7F1-35E4A374C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504" y="265176"/>
            <a:ext cx="5870448" cy="722376"/>
          </a:xfrm>
        </p:spPr>
        <p:txBody>
          <a:bodyPr/>
          <a:lstStyle/>
          <a:p>
            <a:r>
              <a:rPr lang="en-IN" dirty="0"/>
              <a:t>Workflow of Self RAG 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9D8B9F6-DDFD-8CD8-D868-EE3889C85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t>48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5092A07-CCD3-2596-3748-1A1940087D5C}"/>
              </a:ext>
            </a:extLst>
          </p:cNvPr>
          <p:cNvSpPr/>
          <p:nvPr/>
        </p:nvSpPr>
        <p:spPr>
          <a:xfrm>
            <a:off x="5448808" y="1183869"/>
            <a:ext cx="948944" cy="2651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Query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550BCF9-5D2D-56FD-0C4E-E130D25E55F8}"/>
              </a:ext>
            </a:extLst>
          </p:cNvPr>
          <p:cNvSpPr/>
          <p:nvPr/>
        </p:nvSpPr>
        <p:spPr>
          <a:xfrm>
            <a:off x="5448808" y="1818615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Decide </a:t>
            </a:r>
          </a:p>
          <a:p>
            <a:pPr algn="ctr"/>
            <a:r>
              <a:rPr lang="en-IN" sz="1200" dirty="0"/>
              <a:t>Retrieval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E17D78-BB56-B78F-6B22-46C4F7406EE8}"/>
              </a:ext>
            </a:extLst>
          </p:cNvPr>
          <p:cNvSpPr/>
          <p:nvPr/>
        </p:nvSpPr>
        <p:spPr>
          <a:xfrm>
            <a:off x="7463537" y="2457450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Generate Direct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AEB77AE-FC85-FDC3-4DB2-49159352BD3D}"/>
              </a:ext>
            </a:extLst>
          </p:cNvPr>
          <p:cNvSpPr/>
          <p:nvPr/>
        </p:nvSpPr>
        <p:spPr>
          <a:xfrm>
            <a:off x="3779521" y="2457450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Retrieve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FF96107-17B6-C11A-5104-2D1C8A72106C}"/>
              </a:ext>
            </a:extLst>
          </p:cNvPr>
          <p:cNvSpPr/>
          <p:nvPr/>
        </p:nvSpPr>
        <p:spPr>
          <a:xfrm>
            <a:off x="3779521" y="3262122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Relevant ?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7A4E163-22AE-AA05-9EA2-AB87C20B62B2}"/>
              </a:ext>
            </a:extLst>
          </p:cNvPr>
          <p:cNvSpPr/>
          <p:nvPr/>
        </p:nvSpPr>
        <p:spPr>
          <a:xfrm>
            <a:off x="5448808" y="4106176"/>
            <a:ext cx="1043935" cy="533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Generate From Context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BECE21E-A542-FC33-89C6-8CD0710F57FE}"/>
              </a:ext>
            </a:extLst>
          </p:cNvPr>
          <p:cNvSpPr/>
          <p:nvPr/>
        </p:nvSpPr>
        <p:spPr>
          <a:xfrm>
            <a:off x="5543799" y="6216154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END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FE03FD6-73FE-DE3F-C075-81C2CE8CF3AE}"/>
              </a:ext>
            </a:extLst>
          </p:cNvPr>
          <p:cNvCxnSpPr>
            <a:cxnSpLocks/>
          </p:cNvCxnSpPr>
          <p:nvPr/>
        </p:nvCxnSpPr>
        <p:spPr>
          <a:xfrm>
            <a:off x="5923280" y="1449045"/>
            <a:ext cx="0" cy="30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78E61C5-7464-DCCD-158E-91DEDA443EB8}"/>
              </a:ext>
            </a:extLst>
          </p:cNvPr>
          <p:cNvCxnSpPr>
            <a:cxnSpLocks/>
          </p:cNvCxnSpPr>
          <p:nvPr/>
        </p:nvCxnSpPr>
        <p:spPr>
          <a:xfrm>
            <a:off x="6397752" y="2152371"/>
            <a:ext cx="1065785" cy="305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10E6502-B479-78CC-3304-0F3C9A938E03}"/>
              </a:ext>
            </a:extLst>
          </p:cNvPr>
          <p:cNvCxnSpPr>
            <a:cxnSpLocks/>
          </p:cNvCxnSpPr>
          <p:nvPr/>
        </p:nvCxnSpPr>
        <p:spPr>
          <a:xfrm>
            <a:off x="4246881" y="2791206"/>
            <a:ext cx="0" cy="381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F2ABDC7-84C8-9ABB-4969-C3FE7FAACF24}"/>
              </a:ext>
            </a:extLst>
          </p:cNvPr>
          <p:cNvCxnSpPr>
            <a:cxnSpLocks/>
          </p:cNvCxnSpPr>
          <p:nvPr/>
        </p:nvCxnSpPr>
        <p:spPr>
          <a:xfrm flipH="1">
            <a:off x="4728465" y="2152371"/>
            <a:ext cx="720343" cy="305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E6FC681-9405-9503-AE92-D5EC6F5588E6}"/>
              </a:ext>
            </a:extLst>
          </p:cNvPr>
          <p:cNvCxnSpPr>
            <a:cxnSpLocks/>
          </p:cNvCxnSpPr>
          <p:nvPr/>
        </p:nvCxnSpPr>
        <p:spPr>
          <a:xfrm>
            <a:off x="4728465" y="3607066"/>
            <a:ext cx="815334" cy="459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5047545-E3B4-C8DB-B33C-E1B7659BAB98}"/>
              </a:ext>
            </a:extLst>
          </p:cNvPr>
          <p:cNvSpPr txBox="1"/>
          <p:nvPr/>
        </p:nvSpPr>
        <p:spPr>
          <a:xfrm>
            <a:off x="6778989" y="2073072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NO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839C533-012F-6814-7A96-6733A9BE478A}"/>
              </a:ext>
            </a:extLst>
          </p:cNvPr>
          <p:cNvSpPr txBox="1"/>
          <p:nvPr/>
        </p:nvSpPr>
        <p:spPr>
          <a:xfrm>
            <a:off x="4870195" y="2056829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YES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6BBDF91-688E-B9BB-979A-C441C1E0E7C1}"/>
              </a:ext>
            </a:extLst>
          </p:cNvPr>
          <p:cNvSpPr txBox="1"/>
          <p:nvPr/>
        </p:nvSpPr>
        <p:spPr>
          <a:xfrm>
            <a:off x="4982205" y="3622269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YES</a:t>
            </a:r>
          </a:p>
        </p:txBody>
      </p:sp>
      <p:cxnSp>
        <p:nvCxnSpPr>
          <p:cNvPr id="50" name="Connector: Curved 49">
            <a:extLst>
              <a:ext uri="{FF2B5EF4-FFF2-40B4-BE49-F238E27FC236}">
                <a16:creationId xmlns:a16="http://schemas.microsoft.com/office/drawing/2014/main" id="{C7341CD5-74C8-32D0-1253-A7869BAA48CB}"/>
              </a:ext>
            </a:extLst>
          </p:cNvPr>
          <p:cNvCxnSpPr>
            <a:cxnSpLocks/>
            <a:endCxn id="16" idx="3"/>
          </p:cNvCxnSpPr>
          <p:nvPr/>
        </p:nvCxnSpPr>
        <p:spPr>
          <a:xfrm rot="5400000">
            <a:off x="5522583" y="3817755"/>
            <a:ext cx="3535438" cy="159511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E322064F-40CB-D351-AF93-BB9BA042456B}"/>
              </a:ext>
            </a:extLst>
          </p:cNvPr>
          <p:cNvSpPr txBox="1"/>
          <p:nvPr/>
        </p:nvSpPr>
        <p:spPr>
          <a:xfrm>
            <a:off x="6930644" y="1599400"/>
            <a:ext cx="1481829" cy="261610"/>
          </a:xfrm>
          <a:prstGeom prst="rect">
            <a:avLst/>
          </a:prstGeom>
          <a:solidFill>
            <a:schemeClr val="accent3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100" dirty="0"/>
              <a:t>What is Paid Leave ?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BA29A89-7F5F-275A-56B0-3C1B369CD278}"/>
              </a:ext>
            </a:extLst>
          </p:cNvPr>
          <p:cNvSpPr txBox="1"/>
          <p:nvPr/>
        </p:nvSpPr>
        <p:spPr>
          <a:xfrm>
            <a:off x="3082061" y="1593405"/>
            <a:ext cx="1863066" cy="261610"/>
          </a:xfrm>
          <a:prstGeom prst="rect">
            <a:avLst/>
          </a:prstGeom>
          <a:solidFill>
            <a:schemeClr val="accent3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100" dirty="0"/>
              <a:t>Leave Policy of Info Origin</a:t>
            </a:r>
          </a:p>
        </p:txBody>
      </p:sp>
    </p:spTree>
    <p:extLst>
      <p:ext uri="{BB962C8B-B14F-4D97-AF65-F5344CB8AC3E}">
        <p14:creationId xmlns:p14="http://schemas.microsoft.com/office/powerpoint/2010/main" val="34745037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36FD5-54F0-A0FB-47B8-E53F99D3B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F3A363D-F434-BBB0-9271-22225CA12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504" y="265176"/>
            <a:ext cx="5870448" cy="722376"/>
          </a:xfrm>
        </p:spPr>
        <p:txBody>
          <a:bodyPr/>
          <a:lstStyle/>
          <a:p>
            <a:r>
              <a:rPr lang="en-IN" dirty="0"/>
              <a:t>Workflow of Self RAG 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B1B8BF4-B6F8-DCA4-661D-8C42C86F0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t>49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628F4A-38CC-A54B-DF3A-26BD4ECA1C73}"/>
              </a:ext>
            </a:extLst>
          </p:cNvPr>
          <p:cNvSpPr/>
          <p:nvPr/>
        </p:nvSpPr>
        <p:spPr>
          <a:xfrm>
            <a:off x="5448808" y="1183869"/>
            <a:ext cx="948944" cy="2651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Query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DBBFC64-A14F-702E-0835-7627D96512B3}"/>
              </a:ext>
            </a:extLst>
          </p:cNvPr>
          <p:cNvSpPr/>
          <p:nvPr/>
        </p:nvSpPr>
        <p:spPr>
          <a:xfrm>
            <a:off x="5448808" y="1818615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Decide </a:t>
            </a:r>
          </a:p>
          <a:p>
            <a:pPr algn="ctr"/>
            <a:r>
              <a:rPr lang="en-IN" sz="1200" dirty="0"/>
              <a:t>Retrieval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2A41FA7-D0AF-7AA2-9E96-EA14216ACFFC}"/>
              </a:ext>
            </a:extLst>
          </p:cNvPr>
          <p:cNvSpPr/>
          <p:nvPr/>
        </p:nvSpPr>
        <p:spPr>
          <a:xfrm>
            <a:off x="7463537" y="2457450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Generate Direct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75681B4-BBEE-E5E2-2B7F-4AD0C69A1F5B}"/>
              </a:ext>
            </a:extLst>
          </p:cNvPr>
          <p:cNvSpPr/>
          <p:nvPr/>
        </p:nvSpPr>
        <p:spPr>
          <a:xfrm>
            <a:off x="3779521" y="2457450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Retrieve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BBC9B74-2E26-FD96-6CA3-9FFEB184633A}"/>
              </a:ext>
            </a:extLst>
          </p:cNvPr>
          <p:cNvSpPr/>
          <p:nvPr/>
        </p:nvSpPr>
        <p:spPr>
          <a:xfrm>
            <a:off x="3779521" y="3262122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Relevant ?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B64DFCC-8B52-18D6-17B7-7504D6925403}"/>
              </a:ext>
            </a:extLst>
          </p:cNvPr>
          <p:cNvSpPr/>
          <p:nvPr/>
        </p:nvSpPr>
        <p:spPr>
          <a:xfrm>
            <a:off x="5448808" y="4106176"/>
            <a:ext cx="1043935" cy="533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Generate From Context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B011FE9-F883-DA68-0040-69EA2A4E8FAE}"/>
              </a:ext>
            </a:extLst>
          </p:cNvPr>
          <p:cNvSpPr/>
          <p:nvPr/>
        </p:nvSpPr>
        <p:spPr>
          <a:xfrm>
            <a:off x="5448808" y="5292610"/>
            <a:ext cx="1043931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Is Enough ?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490413A-560E-E6F1-8CC5-C83ECDD36B6B}"/>
              </a:ext>
            </a:extLst>
          </p:cNvPr>
          <p:cNvSpPr/>
          <p:nvPr/>
        </p:nvSpPr>
        <p:spPr>
          <a:xfrm>
            <a:off x="5543799" y="6216154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END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057198D-B6BF-FDA0-ACC8-961E85FE0D7C}"/>
              </a:ext>
            </a:extLst>
          </p:cNvPr>
          <p:cNvCxnSpPr>
            <a:cxnSpLocks/>
          </p:cNvCxnSpPr>
          <p:nvPr/>
        </p:nvCxnSpPr>
        <p:spPr>
          <a:xfrm>
            <a:off x="5923280" y="1449045"/>
            <a:ext cx="0" cy="30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F5F04D8-519E-9AB6-574C-5124262E04F1}"/>
              </a:ext>
            </a:extLst>
          </p:cNvPr>
          <p:cNvCxnSpPr>
            <a:cxnSpLocks/>
          </p:cNvCxnSpPr>
          <p:nvPr/>
        </p:nvCxnSpPr>
        <p:spPr>
          <a:xfrm>
            <a:off x="5975853" y="4639576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6714C05-0CDB-9891-0A65-87A4B9A8E920}"/>
              </a:ext>
            </a:extLst>
          </p:cNvPr>
          <p:cNvCxnSpPr>
            <a:cxnSpLocks/>
          </p:cNvCxnSpPr>
          <p:nvPr/>
        </p:nvCxnSpPr>
        <p:spPr>
          <a:xfrm>
            <a:off x="6397752" y="2152371"/>
            <a:ext cx="1065785" cy="305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99178CE-C32B-8FF9-DFD5-02C09A80873E}"/>
              </a:ext>
            </a:extLst>
          </p:cNvPr>
          <p:cNvCxnSpPr>
            <a:cxnSpLocks/>
          </p:cNvCxnSpPr>
          <p:nvPr/>
        </p:nvCxnSpPr>
        <p:spPr>
          <a:xfrm>
            <a:off x="4246881" y="2791206"/>
            <a:ext cx="0" cy="381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6FD53DA-13AE-BD38-5D79-342715FEE923}"/>
              </a:ext>
            </a:extLst>
          </p:cNvPr>
          <p:cNvCxnSpPr>
            <a:cxnSpLocks/>
          </p:cNvCxnSpPr>
          <p:nvPr/>
        </p:nvCxnSpPr>
        <p:spPr>
          <a:xfrm flipH="1">
            <a:off x="4728465" y="2152371"/>
            <a:ext cx="720343" cy="305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4ACF26D-9AEB-E12D-ED48-2DD59F8333C9}"/>
              </a:ext>
            </a:extLst>
          </p:cNvPr>
          <p:cNvCxnSpPr>
            <a:cxnSpLocks/>
          </p:cNvCxnSpPr>
          <p:nvPr/>
        </p:nvCxnSpPr>
        <p:spPr>
          <a:xfrm>
            <a:off x="4728465" y="3607066"/>
            <a:ext cx="815334" cy="459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D320C56D-8C73-E9CF-607F-7A0E7A550AED}"/>
              </a:ext>
            </a:extLst>
          </p:cNvPr>
          <p:cNvCxnSpPr>
            <a:cxnSpLocks/>
          </p:cNvCxnSpPr>
          <p:nvPr/>
        </p:nvCxnSpPr>
        <p:spPr>
          <a:xfrm flipH="1" flipV="1">
            <a:off x="4728465" y="2606040"/>
            <a:ext cx="1764274" cy="2835160"/>
          </a:xfrm>
          <a:prstGeom prst="curvedConnector3">
            <a:avLst>
              <a:gd name="adj1" fmla="val -1295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586BB5A-7EF7-4860-FBA3-BC2F0B0DC841}"/>
              </a:ext>
            </a:extLst>
          </p:cNvPr>
          <p:cNvSpPr txBox="1"/>
          <p:nvPr/>
        </p:nvSpPr>
        <p:spPr>
          <a:xfrm>
            <a:off x="6560548" y="5182489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NO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18CFE7B-0B51-5017-A22F-FDC118541CAC}"/>
              </a:ext>
            </a:extLst>
          </p:cNvPr>
          <p:cNvSpPr txBox="1"/>
          <p:nvPr/>
        </p:nvSpPr>
        <p:spPr>
          <a:xfrm>
            <a:off x="6778989" y="2073072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NO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BFF88A4-ABC7-52DC-A2DA-EA90B40229D2}"/>
              </a:ext>
            </a:extLst>
          </p:cNvPr>
          <p:cNvSpPr txBox="1"/>
          <p:nvPr/>
        </p:nvSpPr>
        <p:spPr>
          <a:xfrm>
            <a:off x="4870195" y="2056829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YES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0AF0D88-B601-3A69-1D29-21D605D646DF}"/>
              </a:ext>
            </a:extLst>
          </p:cNvPr>
          <p:cNvSpPr txBox="1"/>
          <p:nvPr/>
        </p:nvSpPr>
        <p:spPr>
          <a:xfrm>
            <a:off x="4982205" y="3622269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YES</a:t>
            </a:r>
          </a:p>
        </p:txBody>
      </p:sp>
      <p:cxnSp>
        <p:nvCxnSpPr>
          <p:cNvPr id="50" name="Connector: Curved 49">
            <a:extLst>
              <a:ext uri="{FF2B5EF4-FFF2-40B4-BE49-F238E27FC236}">
                <a16:creationId xmlns:a16="http://schemas.microsoft.com/office/drawing/2014/main" id="{E577B01D-58B8-CD36-A146-33361AC67C10}"/>
              </a:ext>
            </a:extLst>
          </p:cNvPr>
          <p:cNvCxnSpPr>
            <a:cxnSpLocks/>
            <a:endCxn id="16" idx="3"/>
          </p:cNvCxnSpPr>
          <p:nvPr/>
        </p:nvCxnSpPr>
        <p:spPr>
          <a:xfrm rot="5400000">
            <a:off x="5522583" y="3817755"/>
            <a:ext cx="3535438" cy="159511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DA22E448-F3EB-EC57-452F-147DDA226549}"/>
              </a:ext>
            </a:extLst>
          </p:cNvPr>
          <p:cNvSpPr txBox="1"/>
          <p:nvPr/>
        </p:nvSpPr>
        <p:spPr>
          <a:xfrm>
            <a:off x="6930644" y="1599400"/>
            <a:ext cx="1481829" cy="261610"/>
          </a:xfrm>
          <a:prstGeom prst="rect">
            <a:avLst/>
          </a:prstGeom>
          <a:solidFill>
            <a:schemeClr val="accent3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100" dirty="0"/>
              <a:t>What is Paid Leave ?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9BB4FB3-6A2B-0B49-3992-ECCA403DBFC1}"/>
              </a:ext>
            </a:extLst>
          </p:cNvPr>
          <p:cNvSpPr txBox="1"/>
          <p:nvPr/>
        </p:nvSpPr>
        <p:spPr>
          <a:xfrm>
            <a:off x="3082061" y="1593405"/>
            <a:ext cx="1863066" cy="261610"/>
          </a:xfrm>
          <a:prstGeom prst="rect">
            <a:avLst/>
          </a:prstGeom>
          <a:solidFill>
            <a:schemeClr val="accent3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100" dirty="0"/>
              <a:t>Leave Policy of Info Origin</a:t>
            </a:r>
          </a:p>
        </p:txBody>
      </p:sp>
    </p:spTree>
    <p:extLst>
      <p:ext uri="{BB962C8B-B14F-4D97-AF65-F5344CB8AC3E}">
        <p14:creationId xmlns:p14="http://schemas.microsoft.com/office/powerpoint/2010/main" val="42776360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D2AD3-93DD-9E0A-B49E-E9F64598B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49C5875-5A18-1EBB-02AA-D8DFC8783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504" y="265176"/>
            <a:ext cx="5870448" cy="722376"/>
          </a:xfrm>
        </p:spPr>
        <p:txBody>
          <a:bodyPr/>
          <a:lstStyle/>
          <a:p>
            <a:r>
              <a:rPr lang="en-IN" dirty="0"/>
              <a:t>Workflow of Self RAG 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1971FD32-2CB7-5E0B-7A81-C8A5BD53A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t>50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F4638B-A9FC-9CF4-A06F-D19F76848292}"/>
              </a:ext>
            </a:extLst>
          </p:cNvPr>
          <p:cNvSpPr/>
          <p:nvPr/>
        </p:nvSpPr>
        <p:spPr>
          <a:xfrm>
            <a:off x="5448808" y="1183869"/>
            <a:ext cx="948944" cy="2651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Query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8560DE2-1730-211D-E119-EDDC99456637}"/>
              </a:ext>
            </a:extLst>
          </p:cNvPr>
          <p:cNvSpPr/>
          <p:nvPr/>
        </p:nvSpPr>
        <p:spPr>
          <a:xfrm>
            <a:off x="5448808" y="1818615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Decide </a:t>
            </a:r>
          </a:p>
          <a:p>
            <a:pPr algn="ctr"/>
            <a:r>
              <a:rPr lang="en-IN" sz="1200" dirty="0"/>
              <a:t>Retrieval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71BAF4C-AF46-AE2F-3B88-823EE8EA625F}"/>
              </a:ext>
            </a:extLst>
          </p:cNvPr>
          <p:cNvSpPr/>
          <p:nvPr/>
        </p:nvSpPr>
        <p:spPr>
          <a:xfrm>
            <a:off x="7463537" y="2457450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Generate Direct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9C1F7A-6660-DE3D-5D07-6C3620BF86A7}"/>
              </a:ext>
            </a:extLst>
          </p:cNvPr>
          <p:cNvSpPr/>
          <p:nvPr/>
        </p:nvSpPr>
        <p:spPr>
          <a:xfrm>
            <a:off x="3779521" y="2457450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Retrieve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0C85D25-66A2-D23A-BC53-8AC71EC9BD3F}"/>
              </a:ext>
            </a:extLst>
          </p:cNvPr>
          <p:cNvSpPr/>
          <p:nvPr/>
        </p:nvSpPr>
        <p:spPr>
          <a:xfrm>
            <a:off x="3779521" y="3262122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Relevant ?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4C2ED90-EE83-A333-56E6-DFA1587053E6}"/>
              </a:ext>
            </a:extLst>
          </p:cNvPr>
          <p:cNvSpPr/>
          <p:nvPr/>
        </p:nvSpPr>
        <p:spPr>
          <a:xfrm>
            <a:off x="5448808" y="4106176"/>
            <a:ext cx="1043935" cy="533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Generate From Context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93808A3-9967-92D8-397C-71CBC5ACCCF0}"/>
              </a:ext>
            </a:extLst>
          </p:cNvPr>
          <p:cNvSpPr/>
          <p:nvPr/>
        </p:nvSpPr>
        <p:spPr>
          <a:xfrm>
            <a:off x="5448808" y="5292610"/>
            <a:ext cx="1043931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Is Enough ?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E9FA629-8CA1-4FCF-1F42-F1D27524FA13}"/>
              </a:ext>
            </a:extLst>
          </p:cNvPr>
          <p:cNvSpPr/>
          <p:nvPr/>
        </p:nvSpPr>
        <p:spPr>
          <a:xfrm>
            <a:off x="5543799" y="6216154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END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1F765AB-9A81-5A5F-52DD-2E6774B29C33}"/>
              </a:ext>
            </a:extLst>
          </p:cNvPr>
          <p:cNvCxnSpPr>
            <a:cxnSpLocks/>
          </p:cNvCxnSpPr>
          <p:nvPr/>
        </p:nvCxnSpPr>
        <p:spPr>
          <a:xfrm>
            <a:off x="5923280" y="1449045"/>
            <a:ext cx="0" cy="30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B3A15F3-EB8E-5D53-CAFA-F80637ADF312}"/>
              </a:ext>
            </a:extLst>
          </p:cNvPr>
          <p:cNvCxnSpPr>
            <a:cxnSpLocks/>
          </p:cNvCxnSpPr>
          <p:nvPr/>
        </p:nvCxnSpPr>
        <p:spPr>
          <a:xfrm>
            <a:off x="5975853" y="4639576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3023267-466B-36C5-AE68-C0D31AD6DAEE}"/>
              </a:ext>
            </a:extLst>
          </p:cNvPr>
          <p:cNvCxnSpPr>
            <a:cxnSpLocks/>
          </p:cNvCxnSpPr>
          <p:nvPr/>
        </p:nvCxnSpPr>
        <p:spPr>
          <a:xfrm>
            <a:off x="6397752" y="2152371"/>
            <a:ext cx="1065785" cy="305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CF75C11-370A-BC0F-F1E1-C894B59CA679}"/>
              </a:ext>
            </a:extLst>
          </p:cNvPr>
          <p:cNvCxnSpPr>
            <a:cxnSpLocks/>
          </p:cNvCxnSpPr>
          <p:nvPr/>
        </p:nvCxnSpPr>
        <p:spPr>
          <a:xfrm>
            <a:off x="6018271" y="5626366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2037D71-9AF9-4103-E225-88CE8C46D3FF}"/>
              </a:ext>
            </a:extLst>
          </p:cNvPr>
          <p:cNvCxnSpPr>
            <a:cxnSpLocks/>
          </p:cNvCxnSpPr>
          <p:nvPr/>
        </p:nvCxnSpPr>
        <p:spPr>
          <a:xfrm>
            <a:off x="4246881" y="2791206"/>
            <a:ext cx="0" cy="381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988D4C5-B8ED-D531-3D80-90984E733414}"/>
              </a:ext>
            </a:extLst>
          </p:cNvPr>
          <p:cNvCxnSpPr>
            <a:cxnSpLocks/>
          </p:cNvCxnSpPr>
          <p:nvPr/>
        </p:nvCxnSpPr>
        <p:spPr>
          <a:xfrm flipH="1">
            <a:off x="4728465" y="2152371"/>
            <a:ext cx="720343" cy="305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6BADA9F-F425-6C6F-E1F7-134FD4A65944}"/>
              </a:ext>
            </a:extLst>
          </p:cNvPr>
          <p:cNvCxnSpPr>
            <a:cxnSpLocks/>
          </p:cNvCxnSpPr>
          <p:nvPr/>
        </p:nvCxnSpPr>
        <p:spPr>
          <a:xfrm>
            <a:off x="4728465" y="3607066"/>
            <a:ext cx="815334" cy="459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B9CF9FFC-6CC1-09BD-F3C3-98CD6260CC6B}"/>
              </a:ext>
            </a:extLst>
          </p:cNvPr>
          <p:cNvCxnSpPr>
            <a:cxnSpLocks/>
          </p:cNvCxnSpPr>
          <p:nvPr/>
        </p:nvCxnSpPr>
        <p:spPr>
          <a:xfrm flipH="1" flipV="1">
            <a:off x="4728465" y="2606040"/>
            <a:ext cx="1764274" cy="2835160"/>
          </a:xfrm>
          <a:prstGeom prst="curvedConnector3">
            <a:avLst>
              <a:gd name="adj1" fmla="val -1295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9CA222E-A87B-C6EB-AEE9-1FF0ADF3EE3B}"/>
              </a:ext>
            </a:extLst>
          </p:cNvPr>
          <p:cNvSpPr txBox="1"/>
          <p:nvPr/>
        </p:nvSpPr>
        <p:spPr>
          <a:xfrm>
            <a:off x="6560548" y="5182489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NO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E2E1AB-86C3-ADEB-DA37-6DA272621280}"/>
              </a:ext>
            </a:extLst>
          </p:cNvPr>
          <p:cNvSpPr txBox="1"/>
          <p:nvPr/>
        </p:nvSpPr>
        <p:spPr>
          <a:xfrm>
            <a:off x="5970773" y="5782760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YES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012645-DC25-8334-2B7A-F21F062D28C6}"/>
              </a:ext>
            </a:extLst>
          </p:cNvPr>
          <p:cNvSpPr txBox="1"/>
          <p:nvPr/>
        </p:nvSpPr>
        <p:spPr>
          <a:xfrm>
            <a:off x="6778989" y="2073072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NO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C738622-BD4B-54EE-4662-BB24590E74F5}"/>
              </a:ext>
            </a:extLst>
          </p:cNvPr>
          <p:cNvSpPr txBox="1"/>
          <p:nvPr/>
        </p:nvSpPr>
        <p:spPr>
          <a:xfrm>
            <a:off x="4870195" y="2056829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YES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C1604E4-D13E-DE2B-41C4-CF219E47DBD6}"/>
              </a:ext>
            </a:extLst>
          </p:cNvPr>
          <p:cNvSpPr txBox="1"/>
          <p:nvPr/>
        </p:nvSpPr>
        <p:spPr>
          <a:xfrm>
            <a:off x="4982205" y="3622269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YES</a:t>
            </a:r>
          </a:p>
        </p:txBody>
      </p:sp>
      <p:cxnSp>
        <p:nvCxnSpPr>
          <p:cNvPr id="50" name="Connector: Curved 49">
            <a:extLst>
              <a:ext uri="{FF2B5EF4-FFF2-40B4-BE49-F238E27FC236}">
                <a16:creationId xmlns:a16="http://schemas.microsoft.com/office/drawing/2014/main" id="{3D0A51BD-5A8D-7338-F41C-5E55A60512BE}"/>
              </a:ext>
            </a:extLst>
          </p:cNvPr>
          <p:cNvCxnSpPr>
            <a:cxnSpLocks/>
            <a:endCxn id="16" idx="3"/>
          </p:cNvCxnSpPr>
          <p:nvPr/>
        </p:nvCxnSpPr>
        <p:spPr>
          <a:xfrm rot="5400000">
            <a:off x="5522583" y="3817755"/>
            <a:ext cx="3535438" cy="159511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FF7313B5-9EA7-A52F-09E7-BADE0F3C3308}"/>
              </a:ext>
            </a:extLst>
          </p:cNvPr>
          <p:cNvSpPr txBox="1"/>
          <p:nvPr/>
        </p:nvSpPr>
        <p:spPr>
          <a:xfrm>
            <a:off x="6930644" y="1599400"/>
            <a:ext cx="1481829" cy="261610"/>
          </a:xfrm>
          <a:prstGeom prst="rect">
            <a:avLst/>
          </a:prstGeom>
          <a:solidFill>
            <a:schemeClr val="accent3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100" dirty="0"/>
              <a:t>What is Paid Leave ?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0244532-93AC-9A52-AE6A-D046DB51AF76}"/>
              </a:ext>
            </a:extLst>
          </p:cNvPr>
          <p:cNvSpPr txBox="1"/>
          <p:nvPr/>
        </p:nvSpPr>
        <p:spPr>
          <a:xfrm>
            <a:off x="3082061" y="1593405"/>
            <a:ext cx="1863066" cy="261610"/>
          </a:xfrm>
          <a:prstGeom prst="rect">
            <a:avLst/>
          </a:prstGeom>
          <a:solidFill>
            <a:schemeClr val="accent3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100" dirty="0"/>
              <a:t>Leave Policy of Info Origin</a:t>
            </a:r>
          </a:p>
        </p:txBody>
      </p:sp>
    </p:spTree>
    <p:extLst>
      <p:ext uri="{BB962C8B-B14F-4D97-AF65-F5344CB8AC3E}">
        <p14:creationId xmlns:p14="http://schemas.microsoft.com/office/powerpoint/2010/main" val="36872699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16193-58D3-BAED-4311-AFCF6C14D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D42817-372A-18BC-DB9F-CCFBDBD8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504" y="265176"/>
            <a:ext cx="5870448" cy="722376"/>
          </a:xfrm>
        </p:spPr>
        <p:txBody>
          <a:bodyPr/>
          <a:lstStyle/>
          <a:p>
            <a:r>
              <a:rPr lang="en-IN" dirty="0"/>
              <a:t>Workflow of Self RAG 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9488749-D401-BD6E-1E18-113D77EC9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t>51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BB41EEE-CF2D-C822-CDC4-1C162FF10625}"/>
              </a:ext>
            </a:extLst>
          </p:cNvPr>
          <p:cNvSpPr/>
          <p:nvPr/>
        </p:nvSpPr>
        <p:spPr>
          <a:xfrm>
            <a:off x="5448808" y="1183869"/>
            <a:ext cx="948944" cy="2651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Query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3587B2E-FDC4-5EBE-1053-36C776257B91}"/>
              </a:ext>
            </a:extLst>
          </p:cNvPr>
          <p:cNvSpPr/>
          <p:nvPr/>
        </p:nvSpPr>
        <p:spPr>
          <a:xfrm>
            <a:off x="5448808" y="1818615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Decide </a:t>
            </a:r>
          </a:p>
          <a:p>
            <a:pPr algn="ctr"/>
            <a:r>
              <a:rPr lang="en-IN" sz="1200" dirty="0"/>
              <a:t>Retrieval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8CBA981-7B0E-6AAA-67B3-DB74A8DFE814}"/>
              </a:ext>
            </a:extLst>
          </p:cNvPr>
          <p:cNvSpPr/>
          <p:nvPr/>
        </p:nvSpPr>
        <p:spPr>
          <a:xfrm>
            <a:off x="7463537" y="2457450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Generate Direct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609FE52-05E8-61FC-CF38-4608F2D24A9F}"/>
              </a:ext>
            </a:extLst>
          </p:cNvPr>
          <p:cNvSpPr/>
          <p:nvPr/>
        </p:nvSpPr>
        <p:spPr>
          <a:xfrm>
            <a:off x="3779521" y="2457450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Retrieve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FD8B52E-53E5-B7B7-7BBC-64C12A45AECB}"/>
              </a:ext>
            </a:extLst>
          </p:cNvPr>
          <p:cNvSpPr/>
          <p:nvPr/>
        </p:nvSpPr>
        <p:spPr>
          <a:xfrm>
            <a:off x="3779521" y="3262122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Relevant ?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2C2EF71-5321-C03A-7E23-C429F78728D2}"/>
              </a:ext>
            </a:extLst>
          </p:cNvPr>
          <p:cNvSpPr/>
          <p:nvPr/>
        </p:nvSpPr>
        <p:spPr>
          <a:xfrm>
            <a:off x="5448808" y="4106176"/>
            <a:ext cx="1043935" cy="533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Generate From Context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FA02BAC-95C5-E9C4-E8F4-01FA95EDB4B3}"/>
              </a:ext>
            </a:extLst>
          </p:cNvPr>
          <p:cNvSpPr/>
          <p:nvPr/>
        </p:nvSpPr>
        <p:spPr>
          <a:xfrm>
            <a:off x="2184400" y="4106176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Answer Not Found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18F028E-E77A-25E0-ED17-50AB1D2A8447}"/>
              </a:ext>
            </a:extLst>
          </p:cNvPr>
          <p:cNvSpPr/>
          <p:nvPr/>
        </p:nvSpPr>
        <p:spPr>
          <a:xfrm>
            <a:off x="5448808" y="5292610"/>
            <a:ext cx="1043931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Is Enough ?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2849E7B-A692-4EB5-EDA0-288830356F66}"/>
              </a:ext>
            </a:extLst>
          </p:cNvPr>
          <p:cNvSpPr/>
          <p:nvPr/>
        </p:nvSpPr>
        <p:spPr>
          <a:xfrm>
            <a:off x="5543799" y="6216154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END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BDCDEB1-EE6B-0E22-2757-71D63AB9F625}"/>
              </a:ext>
            </a:extLst>
          </p:cNvPr>
          <p:cNvCxnSpPr>
            <a:cxnSpLocks/>
          </p:cNvCxnSpPr>
          <p:nvPr/>
        </p:nvCxnSpPr>
        <p:spPr>
          <a:xfrm>
            <a:off x="5923280" y="1449045"/>
            <a:ext cx="0" cy="30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DD21C95-39BD-4D20-BAEF-B6BAC59A9ADE}"/>
              </a:ext>
            </a:extLst>
          </p:cNvPr>
          <p:cNvCxnSpPr>
            <a:cxnSpLocks/>
          </p:cNvCxnSpPr>
          <p:nvPr/>
        </p:nvCxnSpPr>
        <p:spPr>
          <a:xfrm>
            <a:off x="5975853" y="4639576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FED1392-B126-4785-8E87-D801A5AC0D07}"/>
              </a:ext>
            </a:extLst>
          </p:cNvPr>
          <p:cNvCxnSpPr>
            <a:cxnSpLocks/>
          </p:cNvCxnSpPr>
          <p:nvPr/>
        </p:nvCxnSpPr>
        <p:spPr>
          <a:xfrm>
            <a:off x="6397752" y="2152371"/>
            <a:ext cx="1065785" cy="305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5D03CDA-E0D6-53F7-F3E9-DAC2C7D30475}"/>
              </a:ext>
            </a:extLst>
          </p:cNvPr>
          <p:cNvCxnSpPr>
            <a:cxnSpLocks/>
          </p:cNvCxnSpPr>
          <p:nvPr/>
        </p:nvCxnSpPr>
        <p:spPr>
          <a:xfrm>
            <a:off x="6018271" y="5626366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D8FF45D-475F-A635-A6CF-F44BBECD1FB6}"/>
              </a:ext>
            </a:extLst>
          </p:cNvPr>
          <p:cNvCxnSpPr>
            <a:cxnSpLocks/>
          </p:cNvCxnSpPr>
          <p:nvPr/>
        </p:nvCxnSpPr>
        <p:spPr>
          <a:xfrm>
            <a:off x="4246881" y="2791206"/>
            <a:ext cx="0" cy="381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09761E1-0EAD-7C05-D6BD-CE0EE3DFCB0D}"/>
              </a:ext>
            </a:extLst>
          </p:cNvPr>
          <p:cNvCxnSpPr>
            <a:cxnSpLocks/>
          </p:cNvCxnSpPr>
          <p:nvPr/>
        </p:nvCxnSpPr>
        <p:spPr>
          <a:xfrm flipH="1">
            <a:off x="4728465" y="2152371"/>
            <a:ext cx="720343" cy="305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E7E8BBF-C871-286C-8B55-00D47F960F32}"/>
              </a:ext>
            </a:extLst>
          </p:cNvPr>
          <p:cNvCxnSpPr>
            <a:cxnSpLocks/>
          </p:cNvCxnSpPr>
          <p:nvPr/>
        </p:nvCxnSpPr>
        <p:spPr>
          <a:xfrm>
            <a:off x="4728465" y="3607066"/>
            <a:ext cx="815334" cy="459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2DDE196-8035-073E-4929-7BF57D682E24}"/>
              </a:ext>
            </a:extLst>
          </p:cNvPr>
          <p:cNvCxnSpPr>
            <a:cxnSpLocks/>
          </p:cNvCxnSpPr>
          <p:nvPr/>
        </p:nvCxnSpPr>
        <p:spPr>
          <a:xfrm flipH="1">
            <a:off x="3133344" y="3607066"/>
            <a:ext cx="646177" cy="449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DD99636F-65DB-B329-9625-66831BBDA6A4}"/>
              </a:ext>
            </a:extLst>
          </p:cNvPr>
          <p:cNvCxnSpPr>
            <a:cxnSpLocks/>
          </p:cNvCxnSpPr>
          <p:nvPr/>
        </p:nvCxnSpPr>
        <p:spPr>
          <a:xfrm flipH="1" flipV="1">
            <a:off x="4728465" y="2606040"/>
            <a:ext cx="1764274" cy="2835160"/>
          </a:xfrm>
          <a:prstGeom prst="curvedConnector3">
            <a:avLst>
              <a:gd name="adj1" fmla="val -1295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7ADDD72-72AB-33F5-7292-DB07EF5D43D2}"/>
              </a:ext>
            </a:extLst>
          </p:cNvPr>
          <p:cNvSpPr txBox="1"/>
          <p:nvPr/>
        </p:nvSpPr>
        <p:spPr>
          <a:xfrm>
            <a:off x="6560548" y="5182489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NO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E2F55E-FFF4-1038-87B4-D30E727A41ED}"/>
              </a:ext>
            </a:extLst>
          </p:cNvPr>
          <p:cNvSpPr txBox="1"/>
          <p:nvPr/>
        </p:nvSpPr>
        <p:spPr>
          <a:xfrm>
            <a:off x="5970773" y="5782760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YES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AC7890-9A43-0482-ED49-19154EECCB8A}"/>
              </a:ext>
            </a:extLst>
          </p:cNvPr>
          <p:cNvSpPr txBox="1"/>
          <p:nvPr/>
        </p:nvSpPr>
        <p:spPr>
          <a:xfrm>
            <a:off x="6778989" y="2073072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NO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911560-80C9-7066-692E-AB7C7C57B175}"/>
              </a:ext>
            </a:extLst>
          </p:cNvPr>
          <p:cNvSpPr txBox="1"/>
          <p:nvPr/>
        </p:nvSpPr>
        <p:spPr>
          <a:xfrm>
            <a:off x="3158101" y="3615390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NO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2F5181-2B52-183D-FAE7-A95276E064CB}"/>
              </a:ext>
            </a:extLst>
          </p:cNvPr>
          <p:cNvSpPr txBox="1"/>
          <p:nvPr/>
        </p:nvSpPr>
        <p:spPr>
          <a:xfrm>
            <a:off x="4870195" y="2056829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YES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5B27F7E-BAD1-6EA0-3F7B-BE07BD71C86B}"/>
              </a:ext>
            </a:extLst>
          </p:cNvPr>
          <p:cNvSpPr txBox="1"/>
          <p:nvPr/>
        </p:nvSpPr>
        <p:spPr>
          <a:xfrm>
            <a:off x="4982205" y="3622269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YES</a:t>
            </a:r>
          </a:p>
        </p:txBody>
      </p:sp>
      <p:cxnSp>
        <p:nvCxnSpPr>
          <p:cNvPr id="50" name="Connector: Curved 49">
            <a:extLst>
              <a:ext uri="{FF2B5EF4-FFF2-40B4-BE49-F238E27FC236}">
                <a16:creationId xmlns:a16="http://schemas.microsoft.com/office/drawing/2014/main" id="{482483F2-6944-CF82-C9A2-4D07939C3EB1}"/>
              </a:ext>
            </a:extLst>
          </p:cNvPr>
          <p:cNvCxnSpPr>
            <a:cxnSpLocks/>
            <a:endCxn id="16" idx="3"/>
          </p:cNvCxnSpPr>
          <p:nvPr/>
        </p:nvCxnSpPr>
        <p:spPr>
          <a:xfrm rot="5400000">
            <a:off x="5522583" y="3817755"/>
            <a:ext cx="3535438" cy="159511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372D00E7-34CC-4FAF-97E4-64C2F5C5672E}"/>
              </a:ext>
            </a:extLst>
          </p:cNvPr>
          <p:cNvSpPr txBox="1"/>
          <p:nvPr/>
        </p:nvSpPr>
        <p:spPr>
          <a:xfrm>
            <a:off x="6930644" y="1599400"/>
            <a:ext cx="1481829" cy="261610"/>
          </a:xfrm>
          <a:prstGeom prst="rect">
            <a:avLst/>
          </a:prstGeom>
          <a:solidFill>
            <a:schemeClr val="accent3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100" dirty="0"/>
              <a:t>What is Paid Leave ?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9E15ECC-20CF-DA72-4701-3F5E85919E4D}"/>
              </a:ext>
            </a:extLst>
          </p:cNvPr>
          <p:cNvSpPr txBox="1"/>
          <p:nvPr/>
        </p:nvSpPr>
        <p:spPr>
          <a:xfrm>
            <a:off x="3082061" y="1593405"/>
            <a:ext cx="1863066" cy="261610"/>
          </a:xfrm>
          <a:prstGeom prst="rect">
            <a:avLst/>
          </a:prstGeom>
          <a:solidFill>
            <a:schemeClr val="accent3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100" dirty="0"/>
              <a:t>Leave Policy of Info Origin</a:t>
            </a:r>
          </a:p>
        </p:txBody>
      </p:sp>
    </p:spTree>
    <p:extLst>
      <p:ext uri="{BB962C8B-B14F-4D97-AF65-F5344CB8AC3E}">
        <p14:creationId xmlns:p14="http://schemas.microsoft.com/office/powerpoint/2010/main" val="17186064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79BD5-18BD-B298-F900-F103B6723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D0E1589-BF15-078A-9C4A-90CDB7D3B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504" y="265176"/>
            <a:ext cx="5870448" cy="722376"/>
          </a:xfrm>
        </p:spPr>
        <p:txBody>
          <a:bodyPr/>
          <a:lstStyle/>
          <a:p>
            <a:r>
              <a:rPr lang="en-IN" dirty="0"/>
              <a:t>Workflow of Self RAG 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8822278-94AA-A76D-1443-B3DD1B9F3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t>52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F9D7AC3-F5E6-7A14-FCE9-D509D1AE154C}"/>
              </a:ext>
            </a:extLst>
          </p:cNvPr>
          <p:cNvSpPr/>
          <p:nvPr/>
        </p:nvSpPr>
        <p:spPr>
          <a:xfrm>
            <a:off x="5448808" y="1183869"/>
            <a:ext cx="948944" cy="2651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Query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23D2F43-4E7C-6CC7-AFD1-9169D8930F54}"/>
              </a:ext>
            </a:extLst>
          </p:cNvPr>
          <p:cNvSpPr/>
          <p:nvPr/>
        </p:nvSpPr>
        <p:spPr>
          <a:xfrm>
            <a:off x="5448808" y="1818615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Decide </a:t>
            </a:r>
          </a:p>
          <a:p>
            <a:pPr algn="ctr"/>
            <a:r>
              <a:rPr lang="en-IN" sz="1200" dirty="0"/>
              <a:t>Retrieval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6642CC0-9BC5-DE76-9B08-2886B0234F01}"/>
              </a:ext>
            </a:extLst>
          </p:cNvPr>
          <p:cNvSpPr/>
          <p:nvPr/>
        </p:nvSpPr>
        <p:spPr>
          <a:xfrm>
            <a:off x="7463537" y="2457450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Generate Direct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9BC523D-1064-2F93-8144-E111B6EE1158}"/>
              </a:ext>
            </a:extLst>
          </p:cNvPr>
          <p:cNvSpPr/>
          <p:nvPr/>
        </p:nvSpPr>
        <p:spPr>
          <a:xfrm>
            <a:off x="3779521" y="2457450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Retrieve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90D60D5-8D9C-2065-D107-5D640330F015}"/>
              </a:ext>
            </a:extLst>
          </p:cNvPr>
          <p:cNvSpPr/>
          <p:nvPr/>
        </p:nvSpPr>
        <p:spPr>
          <a:xfrm>
            <a:off x="3779521" y="3262122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Relevant ?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2395786-B74E-5B9C-03AA-49C3BE2A9C96}"/>
              </a:ext>
            </a:extLst>
          </p:cNvPr>
          <p:cNvSpPr/>
          <p:nvPr/>
        </p:nvSpPr>
        <p:spPr>
          <a:xfrm>
            <a:off x="5448808" y="4106176"/>
            <a:ext cx="1043935" cy="533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Generate From Context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09DA3EC-136A-F6E9-6F47-67FA45451721}"/>
              </a:ext>
            </a:extLst>
          </p:cNvPr>
          <p:cNvSpPr/>
          <p:nvPr/>
        </p:nvSpPr>
        <p:spPr>
          <a:xfrm>
            <a:off x="2184400" y="4106176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Answer Not Found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6B628F4-EFD4-9CB6-0C89-BED00A7356E9}"/>
              </a:ext>
            </a:extLst>
          </p:cNvPr>
          <p:cNvSpPr/>
          <p:nvPr/>
        </p:nvSpPr>
        <p:spPr>
          <a:xfrm>
            <a:off x="5448808" y="5292610"/>
            <a:ext cx="1043931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Is Enough ?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EC323B3-20D2-E56D-5EF4-21F56E329A14}"/>
              </a:ext>
            </a:extLst>
          </p:cNvPr>
          <p:cNvSpPr/>
          <p:nvPr/>
        </p:nvSpPr>
        <p:spPr>
          <a:xfrm>
            <a:off x="5543799" y="6216154"/>
            <a:ext cx="948944" cy="33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END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E9C4DC7-B8D7-DD2A-437D-0E81499DFFCE}"/>
              </a:ext>
            </a:extLst>
          </p:cNvPr>
          <p:cNvCxnSpPr>
            <a:cxnSpLocks/>
          </p:cNvCxnSpPr>
          <p:nvPr/>
        </p:nvCxnSpPr>
        <p:spPr>
          <a:xfrm>
            <a:off x="5923280" y="1449045"/>
            <a:ext cx="0" cy="30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578DFE2-C0DE-46FC-A41E-C9268E610810}"/>
              </a:ext>
            </a:extLst>
          </p:cNvPr>
          <p:cNvCxnSpPr>
            <a:cxnSpLocks/>
          </p:cNvCxnSpPr>
          <p:nvPr/>
        </p:nvCxnSpPr>
        <p:spPr>
          <a:xfrm>
            <a:off x="5975853" y="4639576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92693EA-8BE9-48BE-6214-9291F6794DEC}"/>
              </a:ext>
            </a:extLst>
          </p:cNvPr>
          <p:cNvCxnSpPr>
            <a:cxnSpLocks/>
          </p:cNvCxnSpPr>
          <p:nvPr/>
        </p:nvCxnSpPr>
        <p:spPr>
          <a:xfrm>
            <a:off x="6397752" y="2152371"/>
            <a:ext cx="1065785" cy="305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345626E-DB0E-8014-0EC2-AFC501ACA97C}"/>
              </a:ext>
            </a:extLst>
          </p:cNvPr>
          <p:cNvCxnSpPr>
            <a:cxnSpLocks/>
          </p:cNvCxnSpPr>
          <p:nvPr/>
        </p:nvCxnSpPr>
        <p:spPr>
          <a:xfrm>
            <a:off x="6018271" y="5626366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2D28980-C1C8-88E8-CA65-9D0F43BCA2D6}"/>
              </a:ext>
            </a:extLst>
          </p:cNvPr>
          <p:cNvCxnSpPr>
            <a:cxnSpLocks/>
          </p:cNvCxnSpPr>
          <p:nvPr/>
        </p:nvCxnSpPr>
        <p:spPr>
          <a:xfrm>
            <a:off x="4246881" y="2791206"/>
            <a:ext cx="0" cy="381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2D32B90-1E30-B1AD-61E5-FA9D4F24EA4E}"/>
              </a:ext>
            </a:extLst>
          </p:cNvPr>
          <p:cNvCxnSpPr>
            <a:cxnSpLocks/>
          </p:cNvCxnSpPr>
          <p:nvPr/>
        </p:nvCxnSpPr>
        <p:spPr>
          <a:xfrm flipH="1">
            <a:off x="4728465" y="2152371"/>
            <a:ext cx="720343" cy="305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D030688-125E-4FA3-B6CB-36E9D7A96157}"/>
              </a:ext>
            </a:extLst>
          </p:cNvPr>
          <p:cNvCxnSpPr>
            <a:cxnSpLocks/>
          </p:cNvCxnSpPr>
          <p:nvPr/>
        </p:nvCxnSpPr>
        <p:spPr>
          <a:xfrm>
            <a:off x="4728465" y="3607066"/>
            <a:ext cx="815334" cy="459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B1FB846-5FB4-C18E-C9D8-54F1AD37C02A}"/>
              </a:ext>
            </a:extLst>
          </p:cNvPr>
          <p:cNvCxnSpPr>
            <a:cxnSpLocks/>
          </p:cNvCxnSpPr>
          <p:nvPr/>
        </p:nvCxnSpPr>
        <p:spPr>
          <a:xfrm flipH="1">
            <a:off x="3133344" y="3607066"/>
            <a:ext cx="646177" cy="449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6934F57A-1018-6E24-165A-DB30EDD37B5D}"/>
              </a:ext>
            </a:extLst>
          </p:cNvPr>
          <p:cNvCxnSpPr>
            <a:cxnSpLocks/>
          </p:cNvCxnSpPr>
          <p:nvPr/>
        </p:nvCxnSpPr>
        <p:spPr>
          <a:xfrm flipH="1" flipV="1">
            <a:off x="4728465" y="2606040"/>
            <a:ext cx="1764274" cy="2835160"/>
          </a:xfrm>
          <a:prstGeom prst="curvedConnector3">
            <a:avLst>
              <a:gd name="adj1" fmla="val -1295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600E4BC-7D8F-2F0F-70AC-F0A0772EA616}"/>
              </a:ext>
            </a:extLst>
          </p:cNvPr>
          <p:cNvSpPr txBox="1"/>
          <p:nvPr/>
        </p:nvSpPr>
        <p:spPr>
          <a:xfrm>
            <a:off x="6560548" y="5182489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NO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77902F-040E-EB3D-0A64-2DAF28B247D5}"/>
              </a:ext>
            </a:extLst>
          </p:cNvPr>
          <p:cNvSpPr txBox="1"/>
          <p:nvPr/>
        </p:nvSpPr>
        <p:spPr>
          <a:xfrm>
            <a:off x="5970773" y="5782760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YES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79A7A11-1C85-4B05-8E34-B94B6CFC7FB0}"/>
              </a:ext>
            </a:extLst>
          </p:cNvPr>
          <p:cNvSpPr txBox="1"/>
          <p:nvPr/>
        </p:nvSpPr>
        <p:spPr>
          <a:xfrm>
            <a:off x="6778989" y="2073072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NO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89FDBD7-77A2-1D8E-517B-E72BA5351565}"/>
              </a:ext>
            </a:extLst>
          </p:cNvPr>
          <p:cNvSpPr txBox="1"/>
          <p:nvPr/>
        </p:nvSpPr>
        <p:spPr>
          <a:xfrm>
            <a:off x="3158101" y="3615390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NO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A16772E-4A8F-7411-337C-4C97F1C47AD8}"/>
              </a:ext>
            </a:extLst>
          </p:cNvPr>
          <p:cNvSpPr txBox="1"/>
          <p:nvPr/>
        </p:nvSpPr>
        <p:spPr>
          <a:xfrm>
            <a:off x="4870195" y="2056829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YES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EC8C4A3-E328-04B4-A501-35670C7A424F}"/>
              </a:ext>
            </a:extLst>
          </p:cNvPr>
          <p:cNvSpPr txBox="1"/>
          <p:nvPr/>
        </p:nvSpPr>
        <p:spPr>
          <a:xfrm>
            <a:off x="4982205" y="3622269"/>
            <a:ext cx="43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YES</a:t>
            </a:r>
          </a:p>
        </p:txBody>
      </p:sp>
      <p:cxnSp>
        <p:nvCxnSpPr>
          <p:cNvPr id="50" name="Connector: Curved 49">
            <a:extLst>
              <a:ext uri="{FF2B5EF4-FFF2-40B4-BE49-F238E27FC236}">
                <a16:creationId xmlns:a16="http://schemas.microsoft.com/office/drawing/2014/main" id="{8DC589D7-ACE4-6632-1DDC-012307F2B662}"/>
              </a:ext>
            </a:extLst>
          </p:cNvPr>
          <p:cNvCxnSpPr>
            <a:cxnSpLocks/>
            <a:endCxn id="16" idx="3"/>
          </p:cNvCxnSpPr>
          <p:nvPr/>
        </p:nvCxnSpPr>
        <p:spPr>
          <a:xfrm rot="5400000">
            <a:off x="5522583" y="3817755"/>
            <a:ext cx="3535438" cy="159511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054684B2-3AAB-BD45-970E-D112977E3D3F}"/>
              </a:ext>
            </a:extLst>
          </p:cNvPr>
          <p:cNvCxnSpPr>
            <a:cxnSpLocks/>
            <a:stCxn id="14" idx="2"/>
            <a:endCxn id="16" idx="1"/>
          </p:cNvCxnSpPr>
          <p:nvPr/>
        </p:nvCxnSpPr>
        <p:spPr>
          <a:xfrm rot="16200000" flipH="1">
            <a:off x="3129785" y="3969018"/>
            <a:ext cx="1943100" cy="288492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FB85C7A4-C5FD-4543-C47C-01171B9682F1}"/>
              </a:ext>
            </a:extLst>
          </p:cNvPr>
          <p:cNvSpPr txBox="1"/>
          <p:nvPr/>
        </p:nvSpPr>
        <p:spPr>
          <a:xfrm>
            <a:off x="6930644" y="1599400"/>
            <a:ext cx="1481829" cy="261610"/>
          </a:xfrm>
          <a:prstGeom prst="rect">
            <a:avLst/>
          </a:prstGeom>
          <a:solidFill>
            <a:schemeClr val="accent3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100" dirty="0"/>
              <a:t>What is Paid Leave ?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17BC1DA-7F0C-0A69-4FA8-7DB58A26C57B}"/>
              </a:ext>
            </a:extLst>
          </p:cNvPr>
          <p:cNvSpPr txBox="1"/>
          <p:nvPr/>
        </p:nvSpPr>
        <p:spPr>
          <a:xfrm>
            <a:off x="3082061" y="1593405"/>
            <a:ext cx="1863066" cy="261610"/>
          </a:xfrm>
          <a:prstGeom prst="rect">
            <a:avLst/>
          </a:prstGeom>
          <a:solidFill>
            <a:schemeClr val="accent3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100" dirty="0"/>
              <a:t>Leave Policy of Info Origin</a:t>
            </a:r>
          </a:p>
        </p:txBody>
      </p:sp>
    </p:spTree>
    <p:extLst>
      <p:ext uri="{BB962C8B-B14F-4D97-AF65-F5344CB8AC3E}">
        <p14:creationId xmlns:p14="http://schemas.microsoft.com/office/powerpoint/2010/main" val="42949602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A0D7AA-8A21-B977-56ED-94406F299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0744" y="2770632"/>
            <a:ext cx="5102352" cy="1172018"/>
          </a:xfrm>
          <a:noFill/>
        </p:spPr>
        <p:txBody>
          <a:bodyPr anchor="b">
            <a:noAutofit/>
          </a:bodyPr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5161665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Blue spheres">
      <a:dk1>
        <a:srgbClr val="000000"/>
      </a:dk1>
      <a:lt1>
        <a:srgbClr val="FFFFFF"/>
      </a:lt1>
      <a:dk2>
        <a:srgbClr val="E3E7ED"/>
      </a:dk2>
      <a:lt2>
        <a:srgbClr val="E8E8E8"/>
      </a:lt2>
      <a:accent1>
        <a:srgbClr val="7673F7"/>
      </a:accent1>
      <a:accent2>
        <a:srgbClr val="B8C2FD"/>
      </a:accent2>
      <a:accent3>
        <a:srgbClr val="DFE3FC"/>
      </a:accent3>
      <a:accent4>
        <a:srgbClr val="55B3FD"/>
      </a:accent4>
      <a:accent5>
        <a:srgbClr val="99F7F7"/>
      </a:accent5>
      <a:accent6>
        <a:srgbClr val="FEE43F"/>
      </a:accent6>
      <a:hlink>
        <a:srgbClr val="467886"/>
      </a:hlink>
      <a:folHlink>
        <a:srgbClr val="96607D"/>
      </a:folHlink>
    </a:clrScheme>
    <a:fontScheme name="Custom 23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4076243_win32_CP_V3" id="{81AB0711-29F9-49D0-8A73-16AF25FD4C08}" vid="{D5AD44AB-53B9-4654-A4F8-1821A28F27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A9B47F-3DD8-4645-81DC-B88780643C07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D9F7D870-58E6-48A2-A932-190ED7A8A1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0C07E3D-60A7-4F4E-8208-D9CCD01982C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Blue spheres presentation</Template>
  <TotalTime>1734</TotalTime>
  <Words>1518</Words>
  <Application>Microsoft Office PowerPoint</Application>
  <PresentationFormat>Widescreen</PresentationFormat>
  <Paragraphs>483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8" baseType="lpstr">
      <vt:lpstr>Aptos</vt:lpstr>
      <vt:lpstr>Arial</vt:lpstr>
      <vt:lpstr>Calibri</vt:lpstr>
      <vt:lpstr>Consolas</vt:lpstr>
      <vt:lpstr>Custom</vt:lpstr>
      <vt:lpstr>Advance RAG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the Problem with RAG ?</vt:lpstr>
      <vt:lpstr>What is the Problem with RAG ?</vt:lpstr>
      <vt:lpstr>What is Corrective RAG ?</vt:lpstr>
      <vt:lpstr>What is Corrective RAG ?</vt:lpstr>
      <vt:lpstr>What is Corrective RAG ?</vt:lpstr>
      <vt:lpstr>Working Of CRAG</vt:lpstr>
      <vt:lpstr>Working Of CRAG</vt:lpstr>
      <vt:lpstr>Evaluation Of Retrieved Docs</vt:lpstr>
      <vt:lpstr>Evaluation Of Retrieved Docs</vt:lpstr>
      <vt:lpstr>Evaluation Of Retrieved Docs</vt:lpstr>
      <vt:lpstr>Evaluation Of Retrieved Docs</vt:lpstr>
      <vt:lpstr>Evaluation Of Retrieved Docs</vt:lpstr>
      <vt:lpstr>Evaluation Of Retrieved Docs</vt:lpstr>
      <vt:lpstr>Evaluation Of Retrieved Docs</vt:lpstr>
      <vt:lpstr>Evaluation Of Retrieved Docs</vt:lpstr>
      <vt:lpstr>Evaluation Of Retrieved Docs</vt:lpstr>
      <vt:lpstr>Evaluation Of Retrieved Docs</vt:lpstr>
      <vt:lpstr>Evaluation Of Retrieved Docs</vt:lpstr>
      <vt:lpstr>Evaluation Of Retrieved Docs</vt:lpstr>
      <vt:lpstr>Self Reflective RAG</vt:lpstr>
      <vt:lpstr>Self Reflective RAG</vt:lpstr>
      <vt:lpstr>Self Reflective RAG</vt:lpstr>
      <vt:lpstr>Self Reflective RAG</vt:lpstr>
      <vt:lpstr>Self Reflective RAG</vt:lpstr>
      <vt:lpstr>Self Reflective RAG</vt:lpstr>
      <vt:lpstr>What is Self Reflective RAG ?</vt:lpstr>
      <vt:lpstr>What is Self Reflective RAG ?</vt:lpstr>
      <vt:lpstr>What is Self Reflective RAG ?</vt:lpstr>
      <vt:lpstr>What is Self Reflective RAG ?</vt:lpstr>
      <vt:lpstr>What is Self Reflective RAG ?</vt:lpstr>
      <vt:lpstr>What is Self Reflective RAG ?</vt:lpstr>
      <vt:lpstr>What is Self Reflective RAG ?</vt:lpstr>
      <vt:lpstr>Workflow of Self RAG </vt:lpstr>
      <vt:lpstr>Workflow of Self RAG </vt:lpstr>
      <vt:lpstr>Workflow of Self RAG </vt:lpstr>
      <vt:lpstr>Workflow of Self RAG </vt:lpstr>
      <vt:lpstr>Workflow of Self RAG </vt:lpstr>
      <vt:lpstr>Workflow of Self RAG </vt:lpstr>
      <vt:lpstr>Workflow of Self RAG </vt:lpstr>
      <vt:lpstr>Workflow of Self RAG </vt:lpstr>
      <vt:lpstr>Workflow of Self RAG </vt:lpstr>
      <vt:lpstr>Workflow of Self RAG </vt:lpstr>
      <vt:lpstr>Workflow of Self RAG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Nandan</dc:creator>
  <cp:lastModifiedBy>Atul Nandan</cp:lastModifiedBy>
  <cp:revision>2</cp:revision>
  <dcterms:created xsi:type="dcterms:W3CDTF">2026-04-02T05:51:13Z</dcterms:created>
  <dcterms:modified xsi:type="dcterms:W3CDTF">2026-06-08T05:57:39Z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